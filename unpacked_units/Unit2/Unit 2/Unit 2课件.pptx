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74" r:id="rId4"/>
  </p:sldMasterIdLst>
  <p:notesMasterIdLst>
    <p:notesMasterId r:id="rId8"/>
  </p:notesMasterIdLst>
  <p:handoutMasterIdLst>
    <p:handoutMasterId r:id="rId48"/>
  </p:handoutMasterIdLst>
  <p:sldIdLst>
    <p:sldId id="288" r:id="rId5"/>
    <p:sldId id="317" r:id="rId6"/>
    <p:sldId id="260" r:id="rId7"/>
    <p:sldId id="301" r:id="rId9"/>
    <p:sldId id="312" r:id="rId10"/>
    <p:sldId id="313" r:id="rId11"/>
    <p:sldId id="302" r:id="rId12"/>
    <p:sldId id="315" r:id="rId13"/>
    <p:sldId id="303" r:id="rId14"/>
    <p:sldId id="297" r:id="rId15"/>
    <p:sldId id="304" r:id="rId16"/>
    <p:sldId id="339" r:id="rId17"/>
    <p:sldId id="340" r:id="rId18"/>
    <p:sldId id="341" r:id="rId19"/>
    <p:sldId id="342" r:id="rId20"/>
    <p:sldId id="343" r:id="rId21"/>
    <p:sldId id="344" r:id="rId22"/>
    <p:sldId id="327" r:id="rId23"/>
    <p:sldId id="328" r:id="rId24"/>
    <p:sldId id="329" r:id="rId25"/>
    <p:sldId id="330" r:id="rId26"/>
    <p:sldId id="331" r:id="rId27"/>
    <p:sldId id="332" r:id="rId28"/>
    <p:sldId id="333" r:id="rId29"/>
    <p:sldId id="337" r:id="rId30"/>
    <p:sldId id="285" r:id="rId31"/>
    <p:sldId id="307" r:id="rId32"/>
    <p:sldId id="305" r:id="rId33"/>
    <p:sldId id="306" r:id="rId34"/>
    <p:sldId id="311" r:id="rId35"/>
    <p:sldId id="348" r:id="rId36"/>
    <p:sldId id="349" r:id="rId37"/>
    <p:sldId id="350" r:id="rId38"/>
    <p:sldId id="286" r:id="rId39"/>
    <p:sldId id="310" r:id="rId40"/>
    <p:sldId id="309" r:id="rId41"/>
    <p:sldId id="352" r:id="rId42"/>
    <p:sldId id="353" r:id="rId43"/>
    <p:sldId id="316" r:id="rId44"/>
    <p:sldId id="318" r:id="rId45"/>
    <p:sldId id="319" r:id="rId46"/>
    <p:sldId id="320" r:id="rId47"/>
  </p:sldIdLst>
  <p:sldSz cx="9144000" cy="6858000" type="screen4x3"/>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55"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7E0C"/>
    <a:srgbClr val="7028C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4685"/>
    <p:restoredTop sz="94419"/>
  </p:normalViewPr>
  <p:slideViewPr>
    <p:cSldViewPr showGuides="1">
      <p:cViewPr varScale="1">
        <p:scale>
          <a:sx n="91" d="100"/>
          <a:sy n="91" d="100"/>
        </p:scale>
        <p:origin x="1140" y="48"/>
      </p:cViewPr>
      <p:guideLst>
        <p:guide orient="horz" pos="2155"/>
        <p:guide pos="2880"/>
      </p:guideLst>
    </p:cSldViewPr>
  </p:slideViewPr>
  <p:notesTextViewPr>
    <p:cViewPr>
      <p:scale>
        <a:sx n="100" d="100"/>
        <a:sy n="100" d="100"/>
      </p:scale>
      <p:origin x="0" y="0"/>
    </p:cViewPr>
  </p:notesTextViewPr>
  <p:sorterViewPr showFormatting="0">
    <p:cViewPr>
      <p:scale>
        <a:sx n="66" d="100"/>
        <a:sy n="66" d="100"/>
      </p:scale>
      <p:origin x="0" y="66"/>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notesMaster" Target="notesMasters/notesMaster1.xml"/><Relationship Id="rId7" Type="http://schemas.openxmlformats.org/officeDocument/2006/relationships/slide" Target="slides/slide3.xml"/><Relationship Id="rId6" Type="http://schemas.openxmlformats.org/officeDocument/2006/relationships/slide" Target="slides/slide2.xml"/><Relationship Id="rId51" Type="http://schemas.openxmlformats.org/officeDocument/2006/relationships/tableStyles" Target="tableStyles.xml"/><Relationship Id="rId50" Type="http://schemas.openxmlformats.org/officeDocument/2006/relationships/viewProps" Target="viewProps.xml"/><Relationship Id="rId5" Type="http://schemas.openxmlformats.org/officeDocument/2006/relationships/slide" Target="slides/slide1.xml"/><Relationship Id="rId49" Type="http://schemas.openxmlformats.org/officeDocument/2006/relationships/presProps" Target="presProps.xml"/><Relationship Id="rId48" Type="http://schemas.openxmlformats.org/officeDocument/2006/relationships/handoutMaster" Target="handoutMasters/handoutMaster1.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DB65AFFD-3B0E-4EF1-BBA3-4ED6D0D64163}" type="doc">
      <dgm:prSet loTypeId="hierarchy" loCatId="hierarchy" qsTypeId="urn:microsoft.com/office/officeart/2005/8/quickstyle/simple1" qsCatId="simple" csTypeId="urn:microsoft.com/office/officeart/2005/8/colors/accent1_2" csCatId="accent1" phldr="1"/>
      <dgm:spPr/>
      <dgm:t>
        <a:bodyPr/>
        <a:lstStyle/>
        <a:p>
          <a:endParaRPr lang="zh-CN" altLang="en-US"/>
        </a:p>
      </dgm:t>
    </dgm:pt>
    <dgm:pt modelId="{E438FA39-54F8-4818-A201-A9D10711671F}">
      <dgm:prSet/>
      <dgm:spPr>
        <a:solidFill>
          <a:srgbClr val="FFC000"/>
        </a:solidFill>
      </dgm:spPr>
      <dgm:t>
        <a:bodyPr/>
        <a:lstStyle/>
        <a:p>
          <a:r>
            <a:rPr lang="en-US" dirty="0">
              <a:solidFill>
                <a:schemeClr val="tx1"/>
              </a:solidFill>
            </a:rPr>
            <a:t>The occasion, time and venue</a:t>
          </a:r>
          <a:endParaRPr lang="zh-CN" dirty="0">
            <a:solidFill>
              <a:schemeClr val="tx1"/>
            </a:solidFill>
          </a:endParaRPr>
        </a:p>
      </dgm:t>
    </dgm:pt>
    <dgm:pt modelId="{2ECEB44F-BAD1-4637-BC0F-171FC8A53356}" cxnId="{4ECED281-328A-4AEF-8AFA-C3302F2AC171}" type="parTrans">
      <dgm:prSet/>
      <dgm:spPr/>
      <dgm:t>
        <a:bodyPr/>
        <a:lstStyle/>
        <a:p>
          <a:endParaRPr lang="zh-CN" altLang="en-US"/>
        </a:p>
      </dgm:t>
    </dgm:pt>
    <dgm:pt modelId="{355472B8-1E6F-48F7-B8E0-433C73CD3E95}" cxnId="{4ECED281-328A-4AEF-8AFA-C3302F2AC171}" type="sibTrans">
      <dgm:prSet/>
      <dgm:spPr/>
      <dgm:t>
        <a:bodyPr/>
        <a:lstStyle/>
        <a:p>
          <a:endParaRPr lang="zh-CN" altLang="en-US"/>
        </a:p>
      </dgm:t>
    </dgm:pt>
    <dgm:pt modelId="{5E47A4E6-94AC-4016-9641-E82EF057FBF2}">
      <dgm:prSet/>
      <dgm:spPr>
        <a:solidFill>
          <a:schemeClr val="accent2">
            <a:lumMod val="20000"/>
            <a:lumOff val="80000"/>
          </a:schemeClr>
        </a:solidFill>
      </dgm:spPr>
      <dgm:t>
        <a:bodyPr/>
        <a:lstStyle/>
        <a:p>
          <a:r>
            <a:rPr lang="en-US" dirty="0">
              <a:solidFill>
                <a:schemeClr val="tx1"/>
              </a:solidFill>
            </a:rPr>
            <a:t>Purpose of the invitation</a:t>
          </a:r>
          <a:endParaRPr lang="zh-CN" dirty="0">
            <a:solidFill>
              <a:schemeClr val="tx1"/>
            </a:solidFill>
          </a:endParaRPr>
        </a:p>
      </dgm:t>
    </dgm:pt>
    <dgm:pt modelId="{719A8A01-9674-48C5-BB4E-C85FC44A8983}" cxnId="{F425D1D0-9A28-4849-A398-5BDE22E53E4E}" type="parTrans">
      <dgm:prSet/>
      <dgm:spPr/>
      <dgm:t>
        <a:bodyPr/>
        <a:lstStyle/>
        <a:p>
          <a:endParaRPr lang="zh-CN" altLang="en-US"/>
        </a:p>
      </dgm:t>
    </dgm:pt>
    <dgm:pt modelId="{2D9B74D4-8260-4782-BC04-EA70AC68D509}" cxnId="{F425D1D0-9A28-4849-A398-5BDE22E53E4E}" type="sibTrans">
      <dgm:prSet/>
      <dgm:spPr/>
      <dgm:t>
        <a:bodyPr/>
        <a:lstStyle/>
        <a:p>
          <a:endParaRPr lang="zh-CN" altLang="en-US"/>
        </a:p>
      </dgm:t>
    </dgm:pt>
    <dgm:pt modelId="{B7B5206D-4640-4BC0-AF56-9068CE964EE9}">
      <dgm:prSet/>
      <dgm:spPr>
        <a:solidFill>
          <a:schemeClr val="accent3">
            <a:lumMod val="60000"/>
            <a:lumOff val="40000"/>
          </a:schemeClr>
        </a:solidFill>
      </dgm:spPr>
      <dgm:t>
        <a:bodyPr/>
        <a:lstStyle/>
        <a:p>
          <a:r>
            <a:rPr lang="en-US" dirty="0">
              <a:solidFill>
                <a:schemeClr val="tx1"/>
              </a:solidFill>
            </a:rPr>
            <a:t>The conference them</a:t>
          </a:r>
          <a:r>
            <a:rPr lang="en-US" altLang="zh-CN" dirty="0">
              <a:solidFill>
                <a:schemeClr val="tx1"/>
              </a:solidFill>
            </a:rPr>
            <a:t>e</a:t>
          </a:r>
          <a:r>
            <a:rPr lang="en-US" dirty="0">
              <a:solidFill>
                <a:schemeClr val="tx1"/>
              </a:solidFill>
            </a:rPr>
            <a:t>/arrangement</a:t>
          </a:r>
          <a:endParaRPr lang="zh-CN" dirty="0">
            <a:solidFill>
              <a:schemeClr val="tx1"/>
            </a:solidFill>
          </a:endParaRPr>
        </a:p>
      </dgm:t>
    </dgm:pt>
    <dgm:pt modelId="{1D52976B-2506-4B29-9FB9-3332B985C44D}" cxnId="{B3BC48F4-CA43-4C90-984F-DEA48AB50311}" type="parTrans">
      <dgm:prSet/>
      <dgm:spPr/>
      <dgm:t>
        <a:bodyPr/>
        <a:lstStyle/>
        <a:p>
          <a:endParaRPr lang="zh-CN" altLang="en-US"/>
        </a:p>
      </dgm:t>
    </dgm:pt>
    <dgm:pt modelId="{BC6F0203-06A6-45EC-B57C-FB4C7CF79CE7}" cxnId="{B3BC48F4-CA43-4C90-984F-DEA48AB50311}" type="sibTrans">
      <dgm:prSet/>
      <dgm:spPr/>
      <dgm:t>
        <a:bodyPr/>
        <a:lstStyle/>
        <a:p>
          <a:endParaRPr lang="zh-CN" altLang="en-US"/>
        </a:p>
      </dgm:t>
    </dgm:pt>
    <dgm:pt modelId="{B3551A7B-A268-4E74-AB15-36BC4EBE8CFB}">
      <dgm:prSet/>
      <dgm:spPr>
        <a:solidFill>
          <a:schemeClr val="accent5">
            <a:lumMod val="40000"/>
            <a:lumOff val="60000"/>
          </a:schemeClr>
        </a:solidFill>
      </dgm:spPr>
      <dgm:t>
        <a:bodyPr/>
        <a:lstStyle/>
        <a:p>
          <a:r>
            <a:rPr lang="en-US" dirty="0">
              <a:solidFill>
                <a:schemeClr val="tx1"/>
              </a:solidFill>
            </a:rPr>
            <a:t>The anticipated pleasure in meeting the participants</a:t>
          </a:r>
          <a:endParaRPr lang="zh-CN" dirty="0">
            <a:solidFill>
              <a:schemeClr val="tx1"/>
            </a:solidFill>
          </a:endParaRPr>
        </a:p>
      </dgm:t>
    </dgm:pt>
    <dgm:pt modelId="{FD4F6376-7BFD-4443-8B21-77047A450BE6}" cxnId="{4CA335F9-FCA1-417B-8A76-AE41B8FC255C}" type="parTrans">
      <dgm:prSet/>
      <dgm:spPr/>
      <dgm:t>
        <a:bodyPr/>
        <a:lstStyle/>
        <a:p>
          <a:endParaRPr lang="zh-CN" altLang="en-US"/>
        </a:p>
      </dgm:t>
    </dgm:pt>
    <dgm:pt modelId="{7FCB8FF3-948E-4F70-8D93-FEA7C9F733C1}" cxnId="{4CA335F9-FCA1-417B-8A76-AE41B8FC255C}" type="sibTrans">
      <dgm:prSet/>
      <dgm:spPr/>
      <dgm:t>
        <a:bodyPr/>
        <a:lstStyle/>
        <a:p>
          <a:endParaRPr lang="zh-CN" altLang="en-US"/>
        </a:p>
      </dgm:t>
    </dgm:pt>
    <dgm:pt modelId="{B9A1C944-7246-47D1-84CF-D405DC7B0CC1}" type="pres">
      <dgm:prSet presAssocID="{DB65AFFD-3B0E-4EF1-BBA3-4ED6D0D64163}" presName="diagram" presStyleCnt="0">
        <dgm:presLayoutVars>
          <dgm:chPref val="1"/>
          <dgm:dir/>
          <dgm:animOne val="branch"/>
          <dgm:animLvl val="lvl"/>
          <dgm:resizeHandles/>
        </dgm:presLayoutVars>
      </dgm:prSet>
      <dgm:spPr/>
    </dgm:pt>
    <dgm:pt modelId="{6790C420-5A9F-45B9-BF17-8A1CABD279B5}" type="pres">
      <dgm:prSet presAssocID="{E438FA39-54F8-4818-A201-A9D10711671F}" presName="root" presStyleCnt="0"/>
      <dgm:spPr/>
    </dgm:pt>
    <dgm:pt modelId="{21F4230B-A028-4AE5-9645-9AED9A4BA8C3}" type="pres">
      <dgm:prSet presAssocID="{E438FA39-54F8-4818-A201-A9D10711671F}" presName="rootComposite" presStyleCnt="0"/>
      <dgm:spPr/>
    </dgm:pt>
    <dgm:pt modelId="{81E98C7F-9CE7-44EF-B576-B0FF71BBACDE}" type="pres">
      <dgm:prSet presAssocID="{E438FA39-54F8-4818-A201-A9D10711671F}" presName="rootText" presStyleLbl="node1" presStyleIdx="0" presStyleCnt="4"/>
      <dgm:spPr/>
    </dgm:pt>
    <dgm:pt modelId="{EF0315B9-F596-4ABC-9538-28C4E0A2FFCD}" type="pres">
      <dgm:prSet presAssocID="{E438FA39-54F8-4818-A201-A9D10711671F}" presName="rootConnector" presStyleLbl="node1" presStyleIdx="0" presStyleCnt="4"/>
      <dgm:spPr/>
    </dgm:pt>
    <dgm:pt modelId="{5CBB7268-DA9E-4D65-A94E-57FC015C9E65}" type="pres">
      <dgm:prSet presAssocID="{E438FA39-54F8-4818-A201-A9D10711671F}" presName="childShape" presStyleCnt="0"/>
      <dgm:spPr/>
    </dgm:pt>
    <dgm:pt modelId="{388978EE-5177-4F9C-A1A8-EC5DD5473F3D}" type="pres">
      <dgm:prSet presAssocID="{5E47A4E6-94AC-4016-9641-E82EF057FBF2}" presName="root" presStyleCnt="0"/>
      <dgm:spPr/>
    </dgm:pt>
    <dgm:pt modelId="{95C7F491-75BF-4E1A-AF3C-3E4FFA208FA1}" type="pres">
      <dgm:prSet presAssocID="{5E47A4E6-94AC-4016-9641-E82EF057FBF2}" presName="rootComposite" presStyleCnt="0"/>
      <dgm:spPr/>
    </dgm:pt>
    <dgm:pt modelId="{F2B53A77-9F32-40D5-A4E0-6E5FAA5A47B5}" type="pres">
      <dgm:prSet presAssocID="{5E47A4E6-94AC-4016-9641-E82EF057FBF2}" presName="rootText" presStyleLbl="node1" presStyleIdx="1" presStyleCnt="4"/>
      <dgm:spPr/>
    </dgm:pt>
    <dgm:pt modelId="{1C877E1C-51C0-44AC-838D-371CCFCE8B8F}" type="pres">
      <dgm:prSet presAssocID="{5E47A4E6-94AC-4016-9641-E82EF057FBF2}" presName="rootConnector" presStyleLbl="node1" presStyleIdx="1" presStyleCnt="4"/>
      <dgm:spPr/>
    </dgm:pt>
    <dgm:pt modelId="{F2CAC065-CA8E-49B5-B734-56743C904ADC}" type="pres">
      <dgm:prSet presAssocID="{5E47A4E6-94AC-4016-9641-E82EF057FBF2}" presName="childShape" presStyleCnt="0"/>
      <dgm:spPr/>
    </dgm:pt>
    <dgm:pt modelId="{87D1C05A-E0EE-4A1A-B964-FEA9C47410EC}" type="pres">
      <dgm:prSet presAssocID="{B7B5206D-4640-4BC0-AF56-9068CE964EE9}" presName="root" presStyleCnt="0"/>
      <dgm:spPr/>
    </dgm:pt>
    <dgm:pt modelId="{48BF440C-AEB7-4A87-B385-09B8876467CE}" type="pres">
      <dgm:prSet presAssocID="{B7B5206D-4640-4BC0-AF56-9068CE964EE9}" presName="rootComposite" presStyleCnt="0"/>
      <dgm:spPr/>
    </dgm:pt>
    <dgm:pt modelId="{CEDB93B8-EBC6-422B-AD9E-8962BAA9BCDF}" type="pres">
      <dgm:prSet presAssocID="{B7B5206D-4640-4BC0-AF56-9068CE964EE9}" presName="rootText" presStyleLbl="node1" presStyleIdx="2" presStyleCnt="4"/>
      <dgm:spPr/>
    </dgm:pt>
    <dgm:pt modelId="{5D662372-234F-45B0-A4A2-9EA4CC8CA02B}" type="pres">
      <dgm:prSet presAssocID="{B7B5206D-4640-4BC0-AF56-9068CE964EE9}" presName="rootConnector" presStyleLbl="node1" presStyleIdx="2" presStyleCnt="4"/>
      <dgm:spPr/>
    </dgm:pt>
    <dgm:pt modelId="{36E0CC80-D08B-4F2F-9DD5-4AD16B29C6E6}" type="pres">
      <dgm:prSet presAssocID="{B7B5206D-4640-4BC0-AF56-9068CE964EE9}" presName="childShape" presStyleCnt="0"/>
      <dgm:spPr/>
    </dgm:pt>
    <dgm:pt modelId="{8D21B66C-A299-4E92-AAD5-A320C34009CD}" type="pres">
      <dgm:prSet presAssocID="{B3551A7B-A268-4E74-AB15-36BC4EBE8CFB}" presName="root" presStyleCnt="0"/>
      <dgm:spPr/>
    </dgm:pt>
    <dgm:pt modelId="{A730142A-B5B9-49A0-BCA6-E0C64D744283}" type="pres">
      <dgm:prSet presAssocID="{B3551A7B-A268-4E74-AB15-36BC4EBE8CFB}" presName="rootComposite" presStyleCnt="0"/>
      <dgm:spPr/>
    </dgm:pt>
    <dgm:pt modelId="{717E4BB2-1C16-4296-8DB9-E5D69935E5BC}" type="pres">
      <dgm:prSet presAssocID="{B3551A7B-A268-4E74-AB15-36BC4EBE8CFB}" presName="rootText" presStyleLbl="node1" presStyleIdx="3" presStyleCnt="4"/>
      <dgm:spPr/>
    </dgm:pt>
    <dgm:pt modelId="{9AD8BF82-6A83-4D5B-8589-A3ED824F4E7C}" type="pres">
      <dgm:prSet presAssocID="{B3551A7B-A268-4E74-AB15-36BC4EBE8CFB}" presName="rootConnector" presStyleLbl="node1" presStyleIdx="3" presStyleCnt="4"/>
      <dgm:spPr/>
    </dgm:pt>
    <dgm:pt modelId="{21059331-BAB7-47A7-BEAF-8C3DD017B490}" type="pres">
      <dgm:prSet presAssocID="{B3551A7B-A268-4E74-AB15-36BC4EBE8CFB}" presName="childShape" presStyleCnt="0"/>
      <dgm:spPr/>
    </dgm:pt>
  </dgm:ptLst>
  <dgm:cxnLst>
    <dgm:cxn modelId="{DBCB9307-54EC-4856-86A6-4D9FFFF425C8}" type="presOf" srcId="{B7B5206D-4640-4BC0-AF56-9068CE964EE9}" destId="{5D662372-234F-45B0-A4A2-9EA4CC8CA02B}" srcOrd="1" destOrd="0" presId="urn:microsoft.com/office/officeart/2005/8/layout/hierarchy3"/>
    <dgm:cxn modelId="{2D024D0F-B7D5-445A-83FE-C42B62B6FD6B}" type="presOf" srcId="{B3551A7B-A268-4E74-AB15-36BC4EBE8CFB}" destId="{9AD8BF82-6A83-4D5B-8589-A3ED824F4E7C}" srcOrd="1" destOrd="0" presId="urn:microsoft.com/office/officeart/2005/8/layout/hierarchy3"/>
    <dgm:cxn modelId="{B42B5E11-C0F2-4632-BF8F-B7F1A0965551}" type="presOf" srcId="{5E47A4E6-94AC-4016-9641-E82EF057FBF2}" destId="{1C877E1C-51C0-44AC-838D-371CCFCE8B8F}" srcOrd="1" destOrd="0" presId="urn:microsoft.com/office/officeart/2005/8/layout/hierarchy3"/>
    <dgm:cxn modelId="{A122DB2D-0974-469B-B2D1-BAD17E5043E5}" type="presOf" srcId="{E438FA39-54F8-4818-A201-A9D10711671F}" destId="{81E98C7F-9CE7-44EF-B576-B0FF71BBACDE}" srcOrd="0" destOrd="0" presId="urn:microsoft.com/office/officeart/2005/8/layout/hierarchy3"/>
    <dgm:cxn modelId="{93B8E73C-1BD5-4723-8DE2-1A060B04774C}" type="presOf" srcId="{B3551A7B-A268-4E74-AB15-36BC4EBE8CFB}" destId="{717E4BB2-1C16-4296-8DB9-E5D69935E5BC}" srcOrd="0" destOrd="0" presId="urn:microsoft.com/office/officeart/2005/8/layout/hierarchy3"/>
    <dgm:cxn modelId="{4ECED281-328A-4AEF-8AFA-C3302F2AC171}" srcId="{DB65AFFD-3B0E-4EF1-BBA3-4ED6D0D64163}" destId="{E438FA39-54F8-4818-A201-A9D10711671F}" srcOrd="0" destOrd="0" parTransId="{2ECEB44F-BAD1-4637-BC0F-171FC8A53356}" sibTransId="{355472B8-1E6F-48F7-B8E0-433C73CD3E95}"/>
    <dgm:cxn modelId="{1851318A-1717-4031-993D-06C4B2F41D19}" type="presOf" srcId="{E438FA39-54F8-4818-A201-A9D10711671F}" destId="{EF0315B9-F596-4ABC-9538-28C4E0A2FFCD}" srcOrd="1" destOrd="0" presId="urn:microsoft.com/office/officeart/2005/8/layout/hierarchy3"/>
    <dgm:cxn modelId="{4640538A-A335-4823-9FD1-9D5C493DA65B}" type="presOf" srcId="{B7B5206D-4640-4BC0-AF56-9068CE964EE9}" destId="{CEDB93B8-EBC6-422B-AD9E-8962BAA9BCDF}" srcOrd="0" destOrd="0" presId="urn:microsoft.com/office/officeart/2005/8/layout/hierarchy3"/>
    <dgm:cxn modelId="{AFBE0B91-FBC4-4DD6-8032-4A9B644D0694}" type="presOf" srcId="{5E47A4E6-94AC-4016-9641-E82EF057FBF2}" destId="{F2B53A77-9F32-40D5-A4E0-6E5FAA5A47B5}" srcOrd="0" destOrd="0" presId="urn:microsoft.com/office/officeart/2005/8/layout/hierarchy3"/>
    <dgm:cxn modelId="{F425D1D0-9A28-4849-A398-5BDE22E53E4E}" srcId="{DB65AFFD-3B0E-4EF1-BBA3-4ED6D0D64163}" destId="{5E47A4E6-94AC-4016-9641-E82EF057FBF2}" srcOrd="1" destOrd="0" parTransId="{719A8A01-9674-48C5-BB4E-C85FC44A8983}" sibTransId="{2D9B74D4-8260-4782-BC04-EA70AC68D509}"/>
    <dgm:cxn modelId="{4CDD13F0-8E2A-4861-B3AD-99F091433445}" type="presOf" srcId="{DB65AFFD-3B0E-4EF1-BBA3-4ED6D0D64163}" destId="{B9A1C944-7246-47D1-84CF-D405DC7B0CC1}" srcOrd="0" destOrd="0" presId="urn:microsoft.com/office/officeart/2005/8/layout/hierarchy3"/>
    <dgm:cxn modelId="{B3BC48F4-CA43-4C90-984F-DEA48AB50311}" srcId="{DB65AFFD-3B0E-4EF1-BBA3-4ED6D0D64163}" destId="{B7B5206D-4640-4BC0-AF56-9068CE964EE9}" srcOrd="2" destOrd="0" parTransId="{1D52976B-2506-4B29-9FB9-3332B985C44D}" sibTransId="{BC6F0203-06A6-45EC-B57C-FB4C7CF79CE7}"/>
    <dgm:cxn modelId="{4CA335F9-FCA1-417B-8A76-AE41B8FC255C}" srcId="{DB65AFFD-3B0E-4EF1-BBA3-4ED6D0D64163}" destId="{B3551A7B-A268-4E74-AB15-36BC4EBE8CFB}" srcOrd="3" destOrd="0" parTransId="{FD4F6376-7BFD-4443-8B21-77047A450BE6}" sibTransId="{7FCB8FF3-948E-4F70-8D93-FEA7C9F733C1}"/>
    <dgm:cxn modelId="{128FEE17-4461-4332-9C70-1564B1DD70CF}" type="presParOf" srcId="{B9A1C944-7246-47D1-84CF-D405DC7B0CC1}" destId="{6790C420-5A9F-45B9-BF17-8A1CABD279B5}" srcOrd="0" destOrd="0" presId="urn:microsoft.com/office/officeart/2005/8/layout/hierarchy3"/>
    <dgm:cxn modelId="{552CCD3D-A804-4EC7-8291-C88AF72F2F9D}" type="presParOf" srcId="{6790C420-5A9F-45B9-BF17-8A1CABD279B5}" destId="{21F4230B-A028-4AE5-9645-9AED9A4BA8C3}" srcOrd="0" destOrd="0" presId="urn:microsoft.com/office/officeart/2005/8/layout/hierarchy3"/>
    <dgm:cxn modelId="{E8A322B4-86EF-4534-8F6E-E72E3E0A4D5A}" type="presParOf" srcId="{21F4230B-A028-4AE5-9645-9AED9A4BA8C3}" destId="{81E98C7F-9CE7-44EF-B576-B0FF71BBACDE}" srcOrd="0" destOrd="0" presId="urn:microsoft.com/office/officeart/2005/8/layout/hierarchy3"/>
    <dgm:cxn modelId="{76560D65-C8BC-4621-9E10-B27A877F1AE2}" type="presParOf" srcId="{21F4230B-A028-4AE5-9645-9AED9A4BA8C3}" destId="{EF0315B9-F596-4ABC-9538-28C4E0A2FFCD}" srcOrd="1" destOrd="0" presId="urn:microsoft.com/office/officeart/2005/8/layout/hierarchy3"/>
    <dgm:cxn modelId="{61ABEE8D-A520-4209-9797-ED36536F6D6D}" type="presParOf" srcId="{6790C420-5A9F-45B9-BF17-8A1CABD279B5}" destId="{5CBB7268-DA9E-4D65-A94E-57FC015C9E65}" srcOrd="1" destOrd="0" presId="urn:microsoft.com/office/officeart/2005/8/layout/hierarchy3"/>
    <dgm:cxn modelId="{E3F13031-CE5E-4B61-B407-9E28C85F5739}" type="presParOf" srcId="{B9A1C944-7246-47D1-84CF-D405DC7B0CC1}" destId="{388978EE-5177-4F9C-A1A8-EC5DD5473F3D}" srcOrd="1" destOrd="0" presId="urn:microsoft.com/office/officeart/2005/8/layout/hierarchy3"/>
    <dgm:cxn modelId="{DB1628BC-70C7-415F-86E4-5872B901A1FB}" type="presParOf" srcId="{388978EE-5177-4F9C-A1A8-EC5DD5473F3D}" destId="{95C7F491-75BF-4E1A-AF3C-3E4FFA208FA1}" srcOrd="0" destOrd="0" presId="urn:microsoft.com/office/officeart/2005/8/layout/hierarchy3"/>
    <dgm:cxn modelId="{9D53897E-3E5F-4E9A-8FED-B6FDCB134B25}" type="presParOf" srcId="{95C7F491-75BF-4E1A-AF3C-3E4FFA208FA1}" destId="{F2B53A77-9F32-40D5-A4E0-6E5FAA5A47B5}" srcOrd="0" destOrd="0" presId="urn:microsoft.com/office/officeart/2005/8/layout/hierarchy3"/>
    <dgm:cxn modelId="{0041BD97-C402-4D11-AA3C-7DE9BB16C01D}" type="presParOf" srcId="{95C7F491-75BF-4E1A-AF3C-3E4FFA208FA1}" destId="{1C877E1C-51C0-44AC-838D-371CCFCE8B8F}" srcOrd="1" destOrd="0" presId="urn:microsoft.com/office/officeart/2005/8/layout/hierarchy3"/>
    <dgm:cxn modelId="{2CE29CC1-0D88-43E5-9C5C-C13E217C81EA}" type="presParOf" srcId="{388978EE-5177-4F9C-A1A8-EC5DD5473F3D}" destId="{F2CAC065-CA8E-49B5-B734-56743C904ADC}" srcOrd="1" destOrd="0" presId="urn:microsoft.com/office/officeart/2005/8/layout/hierarchy3"/>
    <dgm:cxn modelId="{09456441-EEE8-4441-B797-46EB3C2DC07D}" type="presParOf" srcId="{B9A1C944-7246-47D1-84CF-D405DC7B0CC1}" destId="{87D1C05A-E0EE-4A1A-B964-FEA9C47410EC}" srcOrd="2" destOrd="0" presId="urn:microsoft.com/office/officeart/2005/8/layout/hierarchy3"/>
    <dgm:cxn modelId="{CD2BCE60-87BB-4D9D-9518-2BA5D960BD29}" type="presParOf" srcId="{87D1C05A-E0EE-4A1A-B964-FEA9C47410EC}" destId="{48BF440C-AEB7-4A87-B385-09B8876467CE}" srcOrd="0" destOrd="0" presId="urn:microsoft.com/office/officeart/2005/8/layout/hierarchy3"/>
    <dgm:cxn modelId="{40146B5F-CCD0-45F7-8B5C-06050F5AE260}" type="presParOf" srcId="{48BF440C-AEB7-4A87-B385-09B8876467CE}" destId="{CEDB93B8-EBC6-422B-AD9E-8962BAA9BCDF}" srcOrd="0" destOrd="0" presId="urn:microsoft.com/office/officeart/2005/8/layout/hierarchy3"/>
    <dgm:cxn modelId="{B13E1C7F-8E47-4079-8EF5-F2FF51E0A143}" type="presParOf" srcId="{48BF440C-AEB7-4A87-B385-09B8876467CE}" destId="{5D662372-234F-45B0-A4A2-9EA4CC8CA02B}" srcOrd="1" destOrd="0" presId="urn:microsoft.com/office/officeart/2005/8/layout/hierarchy3"/>
    <dgm:cxn modelId="{B6AF3138-0986-4F8B-B06F-ABFE1DAB9AF6}" type="presParOf" srcId="{87D1C05A-E0EE-4A1A-B964-FEA9C47410EC}" destId="{36E0CC80-D08B-4F2F-9DD5-4AD16B29C6E6}" srcOrd="1" destOrd="0" presId="urn:microsoft.com/office/officeart/2005/8/layout/hierarchy3"/>
    <dgm:cxn modelId="{42C5A04D-4991-409F-B224-9603E651942F}" type="presParOf" srcId="{B9A1C944-7246-47D1-84CF-D405DC7B0CC1}" destId="{8D21B66C-A299-4E92-AAD5-A320C34009CD}" srcOrd="3" destOrd="0" presId="urn:microsoft.com/office/officeart/2005/8/layout/hierarchy3"/>
    <dgm:cxn modelId="{88A6521C-A2CE-4CC6-B4C8-D462CC6ABF64}" type="presParOf" srcId="{8D21B66C-A299-4E92-AAD5-A320C34009CD}" destId="{A730142A-B5B9-49A0-BCA6-E0C64D744283}" srcOrd="0" destOrd="0" presId="urn:microsoft.com/office/officeart/2005/8/layout/hierarchy3"/>
    <dgm:cxn modelId="{201267A5-1634-4467-86E4-16613E293498}" type="presParOf" srcId="{A730142A-B5B9-49A0-BCA6-E0C64D744283}" destId="{717E4BB2-1C16-4296-8DB9-E5D69935E5BC}" srcOrd="0" destOrd="0" presId="urn:microsoft.com/office/officeart/2005/8/layout/hierarchy3"/>
    <dgm:cxn modelId="{EF395580-8E86-498C-948E-CE2F482483CF}" type="presParOf" srcId="{A730142A-B5B9-49A0-BCA6-E0C64D744283}" destId="{9AD8BF82-6A83-4D5B-8589-A3ED824F4E7C}" srcOrd="1" destOrd="0" presId="urn:microsoft.com/office/officeart/2005/8/layout/hierarchy3"/>
    <dgm:cxn modelId="{112C1047-07A2-4967-A312-187C9B10FBE7}" type="presParOf" srcId="{8D21B66C-A299-4E92-AAD5-A320C34009CD}" destId="{21059331-BAB7-47A7-BEAF-8C3DD017B490}" srcOrd="1" destOrd="0" presId="urn:microsoft.com/office/officeart/2005/8/layout/hierarchy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229600" cy="3394472"/>
        <a:chOff x="0" y="0"/>
        <a:chExt cx="8229600" cy="3394472"/>
      </a:xfrm>
    </dsp:grpSpPr>
    <dsp:sp modelId="{81E98C7F-9CE7-44EF-B576-B0FF71BBACDE}">
      <dsp:nvSpPr>
        <dsp:cNvPr id="3" name="圆角矩形 2"/>
        <dsp:cNvSpPr/>
      </dsp:nvSpPr>
      <dsp:spPr bwMode="white">
        <a:xfrm>
          <a:off x="0" y="1264099"/>
          <a:ext cx="1732547" cy="866274"/>
        </a:xfrm>
        <a:prstGeom prst="roundRect">
          <a:avLst>
            <a:gd name="adj" fmla="val 10000"/>
          </a:avLst>
        </a:prstGeom>
        <a:solidFill>
          <a:srgbClr val="FFC000"/>
        </a:solidFill>
      </dsp:spPr>
      <dsp:style>
        <a:lnRef idx="2">
          <a:schemeClr val="lt1"/>
        </a:lnRef>
        <a:fillRef idx="1">
          <a:schemeClr val="accent1"/>
        </a:fillRef>
        <a:effectRef idx="0">
          <a:scrgbClr r="0" g="0" b="0"/>
        </a:effectRef>
        <a:fontRef idx="minor">
          <a:schemeClr val="lt1"/>
        </a:fontRef>
      </dsp:style>
      <dsp:txBody>
        <a:bodyPr lIns="26670" tIns="17780" rIns="26670" bIns="17780" anchor="ctr"/>
        <a:lstStyle>
          <a:lvl1pPr algn="ctr">
            <a:defRPr sz="14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en-US" dirty="0">
              <a:solidFill>
                <a:schemeClr val="tx1"/>
              </a:solidFill>
            </a:rPr>
            <a:t>The occasion, time and venue</a:t>
          </a:r>
          <a:endParaRPr lang="zh-CN" dirty="0">
            <a:solidFill>
              <a:schemeClr val="tx1"/>
            </a:solidFill>
          </a:endParaRPr>
        </a:p>
      </dsp:txBody>
      <dsp:txXfrm>
        <a:off x="0" y="1264099"/>
        <a:ext cx="1732547" cy="866274"/>
      </dsp:txXfrm>
    </dsp:sp>
    <dsp:sp modelId="{F2B53A77-9F32-40D5-A4E0-6E5FAA5A47B5}">
      <dsp:nvSpPr>
        <dsp:cNvPr id="5" name="圆角矩形 4"/>
        <dsp:cNvSpPr/>
      </dsp:nvSpPr>
      <dsp:spPr bwMode="white">
        <a:xfrm>
          <a:off x="2165684" y="1264099"/>
          <a:ext cx="1732547" cy="866274"/>
        </a:xfrm>
        <a:prstGeom prst="roundRect">
          <a:avLst>
            <a:gd name="adj" fmla="val 10000"/>
          </a:avLst>
        </a:prstGeom>
        <a:solidFill>
          <a:schemeClr val="accent2">
            <a:lumMod val="20000"/>
            <a:lumOff val="80000"/>
          </a:schemeClr>
        </a:solidFill>
      </dsp:spPr>
      <dsp:style>
        <a:lnRef idx="2">
          <a:schemeClr val="lt1"/>
        </a:lnRef>
        <a:fillRef idx="1">
          <a:schemeClr val="accent1"/>
        </a:fillRef>
        <a:effectRef idx="0">
          <a:scrgbClr r="0" g="0" b="0"/>
        </a:effectRef>
        <a:fontRef idx="minor">
          <a:schemeClr val="lt1"/>
        </a:fontRef>
      </dsp:style>
      <dsp:txBody>
        <a:bodyPr lIns="26670" tIns="17780" rIns="26670" bIns="17780" anchor="ctr"/>
        <a:lstStyle>
          <a:lvl1pPr algn="ctr">
            <a:defRPr sz="14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en-US" dirty="0">
              <a:solidFill>
                <a:schemeClr val="tx1"/>
              </a:solidFill>
            </a:rPr>
            <a:t>Purpose of the invitation</a:t>
          </a:r>
          <a:endParaRPr lang="zh-CN" dirty="0">
            <a:solidFill>
              <a:schemeClr val="tx1"/>
            </a:solidFill>
          </a:endParaRPr>
        </a:p>
      </dsp:txBody>
      <dsp:txXfrm>
        <a:off x="2165684" y="1264099"/>
        <a:ext cx="1732547" cy="866274"/>
      </dsp:txXfrm>
    </dsp:sp>
    <dsp:sp modelId="{CEDB93B8-EBC6-422B-AD9E-8962BAA9BCDF}">
      <dsp:nvSpPr>
        <dsp:cNvPr id="7" name="圆角矩形 6"/>
        <dsp:cNvSpPr/>
      </dsp:nvSpPr>
      <dsp:spPr bwMode="white">
        <a:xfrm>
          <a:off x="4331368" y="1264099"/>
          <a:ext cx="1732547" cy="866274"/>
        </a:xfrm>
        <a:prstGeom prst="roundRect">
          <a:avLst>
            <a:gd name="adj" fmla="val 10000"/>
          </a:avLst>
        </a:prstGeom>
        <a:solidFill>
          <a:schemeClr val="accent3">
            <a:lumMod val="60000"/>
            <a:lumOff val="40000"/>
          </a:schemeClr>
        </a:solidFill>
      </dsp:spPr>
      <dsp:style>
        <a:lnRef idx="2">
          <a:schemeClr val="lt1"/>
        </a:lnRef>
        <a:fillRef idx="1">
          <a:schemeClr val="accent1"/>
        </a:fillRef>
        <a:effectRef idx="0">
          <a:scrgbClr r="0" g="0" b="0"/>
        </a:effectRef>
        <a:fontRef idx="minor">
          <a:schemeClr val="lt1"/>
        </a:fontRef>
      </dsp:style>
      <dsp:txBody>
        <a:bodyPr lIns="26670" tIns="17780" rIns="26670" bIns="17780" anchor="ctr"/>
        <a:lstStyle>
          <a:lvl1pPr algn="ctr">
            <a:defRPr sz="14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en-US" dirty="0">
              <a:solidFill>
                <a:schemeClr val="tx1"/>
              </a:solidFill>
            </a:rPr>
            <a:t>The conference them</a:t>
          </a:r>
          <a:r>
            <a:rPr lang="en-US" altLang="zh-CN" dirty="0">
              <a:solidFill>
                <a:schemeClr val="tx1"/>
              </a:solidFill>
            </a:rPr>
            <a:t>e</a:t>
          </a:r>
          <a:r>
            <a:rPr lang="en-US" dirty="0">
              <a:solidFill>
                <a:schemeClr val="tx1"/>
              </a:solidFill>
            </a:rPr>
            <a:t>/arrangement</a:t>
          </a:r>
          <a:endParaRPr lang="zh-CN" dirty="0">
            <a:solidFill>
              <a:schemeClr val="tx1"/>
            </a:solidFill>
          </a:endParaRPr>
        </a:p>
      </dsp:txBody>
      <dsp:txXfrm>
        <a:off x="4331368" y="1264099"/>
        <a:ext cx="1732547" cy="866274"/>
      </dsp:txXfrm>
    </dsp:sp>
    <dsp:sp modelId="{717E4BB2-1C16-4296-8DB9-E5D69935E5BC}">
      <dsp:nvSpPr>
        <dsp:cNvPr id="9" name="圆角矩形 8"/>
        <dsp:cNvSpPr/>
      </dsp:nvSpPr>
      <dsp:spPr bwMode="white">
        <a:xfrm>
          <a:off x="6497053" y="1264099"/>
          <a:ext cx="1732547" cy="866274"/>
        </a:xfrm>
        <a:prstGeom prst="roundRect">
          <a:avLst>
            <a:gd name="adj" fmla="val 10000"/>
          </a:avLst>
        </a:prstGeom>
        <a:solidFill>
          <a:schemeClr val="accent5">
            <a:lumMod val="40000"/>
            <a:lumOff val="60000"/>
          </a:schemeClr>
        </a:solidFill>
      </dsp:spPr>
      <dsp:style>
        <a:lnRef idx="2">
          <a:schemeClr val="lt1"/>
        </a:lnRef>
        <a:fillRef idx="1">
          <a:schemeClr val="accent1"/>
        </a:fillRef>
        <a:effectRef idx="0">
          <a:scrgbClr r="0" g="0" b="0"/>
        </a:effectRef>
        <a:fontRef idx="minor">
          <a:schemeClr val="lt1"/>
        </a:fontRef>
      </dsp:style>
      <dsp:txBody>
        <a:bodyPr lIns="26670" tIns="17780" rIns="26670" bIns="17780" anchor="ctr"/>
        <a:lstStyle>
          <a:lvl1pPr algn="ctr">
            <a:defRPr sz="14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en-US" dirty="0">
              <a:solidFill>
                <a:schemeClr val="tx1"/>
              </a:solidFill>
            </a:rPr>
            <a:t>The anticipated pleasure in meeting the participants</a:t>
          </a:r>
          <a:endParaRPr lang="zh-CN" dirty="0">
            <a:solidFill>
              <a:schemeClr val="tx1"/>
            </a:solidFill>
          </a:endParaRPr>
        </a:p>
      </dsp:txBody>
      <dsp:txXfrm>
        <a:off x="6497053" y="1264099"/>
        <a:ext cx="1732547" cy="866274"/>
      </dsp:txXfrm>
    </dsp:sp>
    <dsp:sp modelId="{EF0315B9-F596-4ABC-9538-28C4E0A2FFCD}">
      <dsp:nvSpPr>
        <dsp:cNvPr id="4" name="圆角矩形 3" hidden="1"/>
        <dsp:cNvSpPr/>
      </dsp:nvSpPr>
      <dsp:spPr>
        <a:xfrm>
          <a:off x="0" y="1264099"/>
          <a:ext cx="346509" cy="866274"/>
        </a:xfrm>
        <a:prstGeom prst="roundRect">
          <a:avLst>
            <a:gd name="adj" fmla="val 10000"/>
          </a:avLst>
        </a:prstGeom>
      </dsp:spPr>
      <dsp:txXfrm>
        <a:off x="0" y="1264099"/>
        <a:ext cx="346509" cy="866274"/>
      </dsp:txXfrm>
    </dsp:sp>
    <dsp:sp modelId="{1C877E1C-51C0-44AC-838D-371CCFCE8B8F}">
      <dsp:nvSpPr>
        <dsp:cNvPr id="6" name="圆角矩形 5" hidden="1"/>
        <dsp:cNvSpPr/>
      </dsp:nvSpPr>
      <dsp:spPr>
        <a:xfrm>
          <a:off x="2165684" y="1264099"/>
          <a:ext cx="346509" cy="866274"/>
        </a:xfrm>
        <a:prstGeom prst="roundRect">
          <a:avLst>
            <a:gd name="adj" fmla="val 10000"/>
          </a:avLst>
        </a:prstGeom>
      </dsp:spPr>
      <dsp:txXfrm>
        <a:off x="2165684" y="1264099"/>
        <a:ext cx="346509" cy="866274"/>
      </dsp:txXfrm>
    </dsp:sp>
    <dsp:sp modelId="{5D662372-234F-45B0-A4A2-9EA4CC8CA02B}">
      <dsp:nvSpPr>
        <dsp:cNvPr id="8" name="圆角矩形 7" hidden="1"/>
        <dsp:cNvSpPr/>
      </dsp:nvSpPr>
      <dsp:spPr>
        <a:xfrm>
          <a:off x="4331368" y="1264099"/>
          <a:ext cx="346509" cy="866274"/>
        </a:xfrm>
        <a:prstGeom prst="roundRect">
          <a:avLst>
            <a:gd name="adj" fmla="val 10000"/>
          </a:avLst>
        </a:prstGeom>
      </dsp:spPr>
      <dsp:txXfrm>
        <a:off x="4331368" y="1264099"/>
        <a:ext cx="346509" cy="866274"/>
      </dsp:txXfrm>
    </dsp:sp>
    <dsp:sp modelId="{9AD8BF82-6A83-4D5B-8589-A3ED824F4E7C}">
      <dsp:nvSpPr>
        <dsp:cNvPr id="10" name="圆角矩形 9" hidden="1"/>
        <dsp:cNvSpPr/>
      </dsp:nvSpPr>
      <dsp:spPr>
        <a:xfrm>
          <a:off x="6497053" y="1264099"/>
          <a:ext cx="346509" cy="866274"/>
        </a:xfrm>
        <a:prstGeom prst="roundRect">
          <a:avLst>
            <a:gd name="adj" fmla="val 10000"/>
          </a:avLst>
        </a:prstGeom>
      </dsp:spPr>
      <dsp:txXfrm>
        <a:off x="6497053" y="1264099"/>
        <a:ext cx="346509" cy="86627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rSet qsTypeId="urn:microsoft.com/office/officeart/2005/8/quickstyle/simple5"/>
        </dgm:pt>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891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8915"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076" name="Rectangle 4"/>
          <p:cNvSpPr>
            <a:spLocks noRo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38917"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Click to edit Master text styles</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Second level</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Third level</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Fourth level</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Fifth level</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8918"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8919"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8195" name="Rectangle 2"/>
          <p:cNvSpPr>
            <a:spLocks noRot="1" noTextEdit="1"/>
          </p:cNvSpPr>
          <p:nvPr>
            <p:ph type="sldImg"/>
          </p:nvPr>
        </p:nvSpPr>
        <p:spPr/>
      </p:sp>
      <p:sp>
        <p:nvSpPr>
          <p:cNvPr id="8196" name="Rectangle 3"/>
          <p:cNvSpPr>
            <a:spLocks noGrp="1"/>
          </p:cNvSpPr>
          <p:nvPr>
            <p:ph type="body" idx="1"/>
          </p:nvPr>
        </p:nvSpPr>
        <p:spPr/>
        <p:txBody>
          <a:bodyPr wrap="square" lIns="91440" tIns="45720" rIns="91440" bIns="45720" anchor="t" anchorCtr="0"/>
          <a:p>
            <a:pPr lvl="0" eaLnBrk="1" hangingPunct="1"/>
            <a:endParaRPr lang="zh-CN" altLang="en-US" dirty="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10243" name="Rectangle 2"/>
          <p:cNvSpPr>
            <a:spLocks noRot="1" noTextEdit="1"/>
          </p:cNvSpPr>
          <p:nvPr>
            <p:ph type="sldImg"/>
          </p:nvPr>
        </p:nvSpPr>
        <p:spPr/>
      </p:sp>
      <p:sp>
        <p:nvSpPr>
          <p:cNvPr id="10244" name="Rectangle 3"/>
          <p:cNvSpPr>
            <a:spLocks noGrp="1"/>
          </p:cNvSpPr>
          <p:nvPr>
            <p:ph type="body" idx="1"/>
          </p:nvPr>
        </p:nvSpPr>
        <p:spPr/>
        <p:txBody>
          <a:bodyPr wrap="square" lIns="91440" tIns="45720" rIns="91440" bIns="45720" anchor="t" anchorCtr="0"/>
          <a:p>
            <a:pPr lvl="0" eaLnBrk="1" hangingPunct="1"/>
            <a:endParaRPr lang="zh-CN" altLang="en-US" dirty="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12291" name="Rectangle 2"/>
          <p:cNvSpPr>
            <a:spLocks noRot="1" noTextEdit="1"/>
          </p:cNvSpPr>
          <p:nvPr>
            <p:ph type="sldImg"/>
          </p:nvPr>
        </p:nvSpPr>
        <p:spPr/>
      </p:sp>
      <p:sp>
        <p:nvSpPr>
          <p:cNvPr id="12292" name="Rectangle 3"/>
          <p:cNvSpPr>
            <a:spLocks noGrp="1"/>
          </p:cNvSpPr>
          <p:nvPr>
            <p:ph type="body" idx="1"/>
          </p:nvPr>
        </p:nvSpPr>
        <p:spPr/>
        <p:txBody>
          <a:bodyPr wrap="square" lIns="91440" tIns="45720" rIns="91440" bIns="45720" anchor="t" anchorCtr="0"/>
          <a:p>
            <a:pPr lvl="0" eaLnBrk="1" hangingPunct="1"/>
            <a:endParaRPr lang="zh-CN" altLang="en-US" dirty="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12291" name="Rectangle 2"/>
          <p:cNvSpPr>
            <a:spLocks noRot="1" noTextEdit="1"/>
          </p:cNvSpPr>
          <p:nvPr>
            <p:ph type="sldImg"/>
          </p:nvPr>
        </p:nvSpPr>
        <p:spPr/>
      </p:sp>
      <p:sp>
        <p:nvSpPr>
          <p:cNvPr id="12292" name="Rectangle 3"/>
          <p:cNvSpPr>
            <a:spLocks noGrp="1"/>
          </p:cNvSpPr>
          <p:nvPr>
            <p:ph type="body" idx="1"/>
          </p:nvPr>
        </p:nvSpPr>
        <p:spPr/>
        <p:txBody>
          <a:bodyPr wrap="square" lIns="91440" tIns="45720" rIns="91440" bIns="45720" anchor="t" anchorCtr="0"/>
          <a:p>
            <a:pPr lvl="0" eaLnBrk="1" hangingPunct="1"/>
            <a:endParaRPr lang="zh-CN" altLang="en-US" dirty="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image" Target="../media/image3.jpeg"/><Relationship Id="rId2" Type="http://schemas.openxmlformats.org/officeDocument/2006/relationships/tags" Target="../tags/tag1.xml"/><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gradFill rotWithShape="0">
          <a:gsLst>
            <a:gs pos="0">
              <a:schemeClr val="bg1"/>
            </a:gs>
            <a:gs pos="100000">
              <a:srgbClr val="FFFFFF"/>
            </a:gs>
          </a:gsLst>
          <a:lin ang="5400000" scaled="1"/>
          <a:tileRect/>
        </a:gradFill>
        <a:effectLst/>
      </p:bgPr>
    </p:bg>
    <p:spTree>
      <p:nvGrpSpPr>
        <p:cNvPr id="1" name=""/>
        <p:cNvGrpSpPr/>
        <p:nvPr/>
      </p:nvGrpSpPr>
      <p:grpSpPr>
        <a:xfrm>
          <a:off x="0" y="0"/>
          <a:ext cx="0" cy="0"/>
          <a:chOff x="0" y="0"/>
          <a:chExt cx="0" cy="0"/>
        </a:xfrm>
      </p:grpSpPr>
      <p:sp>
        <p:nvSpPr>
          <p:cNvPr id="11" name="Rectangle 68"/>
          <p:cNvSpPr/>
          <p:nvPr/>
        </p:nvSpPr>
        <p:spPr>
          <a:xfrm>
            <a:off x="8305800" y="0"/>
            <a:ext cx="76200" cy="1752600"/>
          </a:xfrm>
          <a:prstGeom prst="rect">
            <a:avLst/>
          </a:prstGeom>
          <a:solidFill>
            <a:schemeClr val="hlink"/>
          </a:solidFill>
          <a:ln w="9525">
            <a:noFill/>
          </a:ln>
        </p:spPr>
        <p:txBody>
          <a:bodyPr wrap="none" anchor="ctr" anchorCtr="0"/>
          <a:p>
            <a:pPr lvl="0" algn="ctr" eaLnBrk="1" hangingPunct="1">
              <a:buNone/>
            </a:pPr>
            <a:endParaRPr lang="zh-CN" altLang="en-US" dirty="0">
              <a:latin typeface="Arial" panose="020B0604020202020204" pitchFamily="34" charset="0"/>
              <a:ea typeface="宋体" panose="02010600030101010101" pitchFamily="2" charset="-122"/>
            </a:endParaRPr>
          </a:p>
        </p:txBody>
      </p:sp>
      <p:pic>
        <p:nvPicPr>
          <p:cNvPr id="8" name="Picture 62"/>
          <p:cNvPicPr>
            <a:picLocks noChangeAspect="1"/>
          </p:cNvPicPr>
          <p:nvPr/>
        </p:nvPicPr>
        <p:blipFill>
          <a:blip r:embed="rId2"/>
          <a:stretch>
            <a:fillRect/>
          </a:stretch>
        </p:blipFill>
        <p:spPr>
          <a:xfrm>
            <a:off x="1281113" y="4927600"/>
            <a:ext cx="2370137" cy="1096963"/>
          </a:xfrm>
          <a:prstGeom prst="rect">
            <a:avLst/>
          </a:prstGeom>
          <a:noFill/>
          <a:ln w="9525">
            <a:noFill/>
          </a:ln>
        </p:spPr>
      </p:pic>
      <p:sp>
        <p:nvSpPr>
          <p:cNvPr id="2057" name="Rectangle 66"/>
          <p:cNvSpPr/>
          <p:nvPr/>
        </p:nvSpPr>
        <p:spPr>
          <a:xfrm>
            <a:off x="304800" y="304800"/>
            <a:ext cx="8534400" cy="4343400"/>
          </a:xfrm>
          <a:prstGeom prst="rect">
            <a:avLst/>
          </a:prstGeom>
          <a:noFill/>
          <a:ln w="9525" cap="flat" cmpd="sng">
            <a:solidFill>
              <a:schemeClr val="accent2"/>
            </a:solidFill>
            <a:prstDash val="solid"/>
            <a:miter/>
            <a:headEnd type="none" w="med" len="med"/>
            <a:tailEnd type="none" w="med" len="med"/>
          </a:ln>
        </p:spPr>
        <p:txBody>
          <a:bodyPr wrap="none" anchor="ctr" anchorCtr="0"/>
          <a:p>
            <a:pPr lvl="0" algn="ctr" eaLnBrk="1" hangingPunct="1">
              <a:buNone/>
            </a:pPr>
            <a:endParaRPr lang="zh-CN" altLang="en-US" dirty="0">
              <a:latin typeface="Arial" panose="020B0604020202020204" pitchFamily="34" charset="0"/>
              <a:ea typeface="宋体" panose="02010600030101010101" pitchFamily="2" charset="-122"/>
            </a:endParaRPr>
          </a:p>
        </p:txBody>
      </p:sp>
      <p:sp>
        <p:nvSpPr>
          <p:cNvPr id="2058" name="Rectangle 67"/>
          <p:cNvSpPr/>
          <p:nvPr/>
        </p:nvSpPr>
        <p:spPr>
          <a:xfrm>
            <a:off x="7391400" y="914400"/>
            <a:ext cx="1600200" cy="1447800"/>
          </a:xfrm>
          <a:prstGeom prst="rect">
            <a:avLst/>
          </a:prstGeom>
          <a:noFill/>
          <a:ln w="9525" cap="flat" cmpd="sng">
            <a:solidFill>
              <a:schemeClr val="accent2"/>
            </a:solidFill>
            <a:prstDash val="solid"/>
            <a:miter/>
            <a:headEnd type="none" w="med" len="med"/>
            <a:tailEnd type="none" w="med" len="med"/>
          </a:ln>
        </p:spPr>
        <p:txBody>
          <a:bodyPr wrap="none" anchor="ctr" anchorCtr="0"/>
          <a:p>
            <a:pPr lvl="0" algn="ctr" eaLnBrk="1" hangingPunct="1">
              <a:buNone/>
            </a:pPr>
            <a:endParaRPr lang="zh-CN" altLang="en-US" dirty="0">
              <a:latin typeface="Arial" panose="020B0604020202020204" pitchFamily="34" charset="0"/>
              <a:ea typeface="宋体" panose="02010600030101010101" pitchFamily="2" charset="-122"/>
            </a:endParaRPr>
          </a:p>
        </p:txBody>
      </p:sp>
      <p:sp>
        <p:nvSpPr>
          <p:cNvPr id="4" name="Rectangle 65"/>
          <p:cNvSpPr/>
          <p:nvPr/>
        </p:nvSpPr>
        <p:spPr>
          <a:xfrm>
            <a:off x="304800" y="2400300"/>
            <a:ext cx="8458200" cy="1104900"/>
          </a:xfrm>
          <a:prstGeom prst="rect">
            <a:avLst/>
          </a:prstGeom>
          <a:gradFill rotWithShape="1">
            <a:gsLst>
              <a:gs pos="0">
                <a:schemeClr val="tx1"/>
              </a:gs>
              <a:gs pos="100000">
                <a:schemeClr val="accent1"/>
              </a:gs>
            </a:gsLst>
            <a:lin ang="0" scaled="1"/>
            <a:tileRect/>
          </a:gradFill>
          <a:ln w="9525">
            <a:noFill/>
          </a:ln>
        </p:spPr>
        <p:txBody>
          <a:bodyPr wrap="none" anchor="ctr" anchorCtr="0"/>
          <a:p>
            <a:pPr lvl="0" algn="ctr" eaLnBrk="1" hangingPunct="1">
              <a:buNone/>
            </a:pPr>
            <a:endParaRPr lang="zh-CN" altLang="en-US" dirty="0">
              <a:latin typeface="Arial" panose="020B0604020202020204" pitchFamily="34" charset="0"/>
              <a:ea typeface="宋体" panose="02010600030101010101" pitchFamily="2" charset="-122"/>
            </a:endParaRPr>
          </a:p>
        </p:txBody>
      </p:sp>
      <p:sp>
        <p:nvSpPr>
          <p:cNvPr id="2053" name="Text Box 34"/>
          <p:cNvSpPr txBox="1"/>
          <p:nvPr/>
        </p:nvSpPr>
        <p:spPr>
          <a:xfrm>
            <a:off x="4267200" y="5257800"/>
            <a:ext cx="1157288" cy="733425"/>
          </a:xfrm>
          <a:prstGeom prst="rect">
            <a:avLst/>
          </a:prstGeom>
          <a:noFill/>
          <a:ln w="9525">
            <a:noFill/>
          </a:ln>
        </p:spPr>
        <p:txBody>
          <a:bodyPr wrap="none">
            <a:spAutoFit/>
          </a:bodyPr>
          <a:p>
            <a:pPr lvl="0" algn="l" eaLnBrk="1" hangingPunct="1">
              <a:buNone/>
            </a:pPr>
            <a:r>
              <a:rPr lang="en-US" altLang="zh-CN" sz="1600" b="1" dirty="0">
                <a:latin typeface="Arial" panose="020B0604020202020204" pitchFamily="34" charset="0"/>
                <a:ea typeface="宋体" panose="02010600030101010101" pitchFamily="2" charset="-122"/>
              </a:rPr>
              <a:t>Company</a:t>
            </a:r>
            <a:endParaRPr lang="en-US" altLang="zh-CN" sz="1600" b="1" dirty="0">
              <a:latin typeface="Arial" panose="020B0604020202020204" pitchFamily="34" charset="0"/>
              <a:ea typeface="宋体" panose="02010600030101010101" pitchFamily="2" charset="-122"/>
            </a:endParaRPr>
          </a:p>
          <a:p>
            <a:pPr lvl="0" algn="l" eaLnBrk="1" hangingPunct="1">
              <a:buNone/>
            </a:pPr>
            <a:r>
              <a:rPr lang="en-US" altLang="zh-CN" sz="2600" b="1" dirty="0">
                <a:latin typeface="Arial" panose="020B0604020202020204" pitchFamily="34" charset="0"/>
                <a:ea typeface="宋体" panose="02010600030101010101" pitchFamily="2" charset="-122"/>
              </a:rPr>
              <a:t>LOGO</a:t>
            </a:r>
            <a:endParaRPr lang="en-US" altLang="zh-CN" sz="2600" b="1" dirty="0">
              <a:latin typeface="Arial" panose="020B0604020202020204" pitchFamily="34" charset="0"/>
              <a:ea typeface="宋体" panose="02010600030101010101" pitchFamily="2" charset="-122"/>
            </a:endParaRPr>
          </a:p>
        </p:txBody>
      </p:sp>
      <p:pic>
        <p:nvPicPr>
          <p:cNvPr id="2054" name="Picture 61"/>
          <p:cNvPicPr>
            <a:picLocks noChangeAspect="1"/>
          </p:cNvPicPr>
          <p:nvPr/>
        </p:nvPicPr>
        <p:blipFill>
          <a:blip r:embed="rId3"/>
          <a:stretch>
            <a:fillRect/>
          </a:stretch>
        </p:blipFill>
        <p:spPr>
          <a:xfrm>
            <a:off x="0" y="3490913"/>
            <a:ext cx="1258888" cy="1438275"/>
          </a:xfrm>
          <a:prstGeom prst="rect">
            <a:avLst/>
          </a:prstGeom>
          <a:noFill/>
          <a:ln w="9525">
            <a:noFill/>
          </a:ln>
        </p:spPr>
      </p:pic>
      <p:sp>
        <p:nvSpPr>
          <p:cNvPr id="2055" name="Rectangle 63"/>
          <p:cNvSpPr/>
          <p:nvPr/>
        </p:nvSpPr>
        <p:spPr>
          <a:xfrm>
            <a:off x="1276350" y="4941888"/>
            <a:ext cx="7867650" cy="217487"/>
          </a:xfrm>
          <a:prstGeom prst="rect">
            <a:avLst/>
          </a:prstGeom>
          <a:solidFill>
            <a:schemeClr val="folHlink"/>
          </a:solidFill>
          <a:ln w="9525">
            <a:noFill/>
          </a:ln>
        </p:spPr>
        <p:txBody>
          <a:bodyPr wrap="none" anchor="ctr" anchorCtr="0"/>
          <a:p>
            <a:pPr lvl="0" algn="ctr" eaLnBrk="1" hangingPunct="1">
              <a:buNone/>
            </a:pPr>
            <a:endParaRPr lang="zh-CN" altLang="en-US" dirty="0">
              <a:latin typeface="Arial" panose="020B0604020202020204" pitchFamily="34" charset="0"/>
              <a:ea typeface="宋体" panose="02010600030101010101" pitchFamily="2" charset="-122"/>
            </a:endParaRPr>
          </a:p>
        </p:txBody>
      </p:sp>
      <p:sp>
        <p:nvSpPr>
          <p:cNvPr id="2050" name="Rectangle 52"/>
          <p:cNvSpPr/>
          <p:nvPr/>
        </p:nvSpPr>
        <p:spPr>
          <a:xfrm>
            <a:off x="0" y="0"/>
            <a:ext cx="9144000" cy="5157788"/>
          </a:xfrm>
          <a:prstGeom prst="rect">
            <a:avLst/>
          </a:prstGeom>
          <a:solidFill>
            <a:schemeClr val="accent1"/>
          </a:solidFill>
          <a:ln w="0">
            <a:noFill/>
          </a:ln>
        </p:spPr>
        <p:txBody>
          <a:bodyPr wrap="none" anchor="ctr" anchorCtr="0"/>
          <a:p>
            <a:pPr lvl="0" algn="ctr" eaLnBrk="1" hangingPunct="1">
              <a:buNone/>
            </a:pPr>
            <a:endParaRPr lang="zh-CN" altLang="en-US" dirty="0">
              <a:latin typeface="Arial" panose="020B0604020202020204" pitchFamily="34" charset="0"/>
              <a:ea typeface="宋体" panose="02010600030101010101" pitchFamily="2" charset="-122"/>
            </a:endParaRPr>
          </a:p>
        </p:txBody>
      </p:sp>
      <p:sp>
        <p:nvSpPr>
          <p:cNvPr id="3" name="Rectangle 64"/>
          <p:cNvSpPr>
            <a:spLocks noChangeArrowheads="1"/>
          </p:cNvSpPr>
          <p:nvPr/>
        </p:nvSpPr>
        <p:spPr bwMode="gray">
          <a:xfrm>
            <a:off x="1262063" y="0"/>
            <a:ext cx="2362200" cy="4953000"/>
          </a:xfrm>
          <a:prstGeom prst="rect">
            <a:avLst/>
          </a:prstGeom>
          <a:gradFill rotWithShape="1">
            <a:gsLst>
              <a:gs pos="0">
                <a:schemeClr val="accent1"/>
              </a:gs>
              <a:gs pos="100000">
                <a:schemeClr val="accent1">
                  <a:gamma/>
                  <a:shade val="72549"/>
                  <a:invGamma/>
                </a:schemeClr>
              </a:gs>
            </a:gsLst>
            <a:lin ang="5400000" scaled="1"/>
          </a:gradFill>
          <a:ln w="9525">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4" name="Rectangle 2"/>
          <p:cNvSpPr>
            <a:spLocks noGrp="1" noChangeArrowheads="1"/>
          </p:cNvSpPr>
          <p:nvPr>
            <p:ph type="ctrTitle"/>
          </p:nvPr>
        </p:nvSpPr>
        <p:spPr>
          <a:xfrm>
            <a:off x="457200" y="2590800"/>
            <a:ext cx="8229600" cy="685800"/>
          </a:xfrm>
        </p:spPr>
        <p:txBody>
          <a:bodyPr/>
          <a:lstStyle>
            <a:lvl1pPr>
              <a:defRPr sz="4800"/>
            </a:lvl1pPr>
          </a:lstStyle>
          <a:p>
            <a:r>
              <a:rPr lang="zh-CN" altLang="en-US"/>
              <a:t>单击此处编辑母版标题样式</a:t>
            </a:r>
            <a:endParaRPr lang="zh-CN" altLang="en-US"/>
          </a:p>
        </p:txBody>
      </p:sp>
      <p:sp>
        <p:nvSpPr>
          <p:cNvPr id="3075" name="Rectangle 3"/>
          <p:cNvSpPr>
            <a:spLocks noGrp="1" noChangeArrowheads="1"/>
          </p:cNvSpPr>
          <p:nvPr>
            <p:ph type="subTitle" idx="1"/>
          </p:nvPr>
        </p:nvSpPr>
        <p:spPr>
          <a:xfrm>
            <a:off x="1828800" y="3733800"/>
            <a:ext cx="5867400" cy="457200"/>
          </a:xfrm>
        </p:spPr>
        <p:txBody>
          <a:bodyPr/>
          <a:lstStyle>
            <a:lvl1pPr marL="0" indent="0" algn="ctr">
              <a:buFont typeface="Wingdings" panose="05000000000000000000" pitchFamily="2" charset="2"/>
              <a:buNone/>
              <a:defRPr b="1">
                <a:solidFill>
                  <a:schemeClr val="bg1"/>
                </a:solidFill>
              </a:defRPr>
            </a:lvl1pPr>
          </a:lstStyle>
          <a:p>
            <a:r>
              <a:rPr lang="zh-CN" altLang="en-US"/>
              <a:t>单击此处编辑母版副标题样式</a:t>
            </a:r>
            <a:endParaRPr lang="zh-CN" altLang="en-US"/>
          </a:p>
        </p:txBody>
      </p:sp>
      <p:sp>
        <p:nvSpPr>
          <p:cNvPr id="12" name="Rectangle 4"/>
          <p:cNvSpPr>
            <a:spLocks noGrp="1" noChangeArrowheads="1"/>
          </p:cNvSpPr>
          <p:nvPr>
            <p:ph type="dt" sz="half" idx="2"/>
          </p:nvPr>
        </p:nvSpPr>
        <p:spPr bwMode="auto">
          <a:xfrm>
            <a:off x="457200" y="6400800"/>
            <a:ext cx="2133600" cy="320675"/>
          </a:xfrm>
          <a:prstGeom prst="rect">
            <a:avLst/>
          </a:prstGeom>
          <a:ln>
            <a:miter lim="800000"/>
          </a:ln>
        </p:spPr>
        <p:txBody>
          <a:bodyPr vert="horz" wrap="square" lIns="91440" tIns="45720" rIns="91440" bIns="45720" numCol="1" anchor="t" anchorCtr="0" compatLnSpc="1"/>
          <a:lstStyle>
            <a:lvl1pPr>
              <a:defRPr>
                <a:solidFill>
                  <a:schemeClr val="tx1"/>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 name="Rectangle 5"/>
          <p:cNvSpPr>
            <a:spLocks noGrp="1" noChangeArrowheads="1"/>
          </p:cNvSpPr>
          <p:nvPr>
            <p:ph type="ftr" sz="quarter" idx="3"/>
          </p:nvPr>
        </p:nvSpPr>
        <p:spPr bwMode="auto">
          <a:xfrm>
            <a:off x="3124200" y="6400800"/>
            <a:ext cx="2895600" cy="320675"/>
          </a:xfrm>
          <a:prstGeom prst="rect">
            <a:avLst/>
          </a:prstGeom>
          <a:ln>
            <a:miter lim="800000"/>
          </a:ln>
        </p:spPr>
        <p:txBody>
          <a:bodyPr vert="horz" wrap="square" lIns="91440" tIns="45720" rIns="91440" bIns="45720" numCol="1" anchor="t" anchorCtr="0" compatLnSpc="1"/>
          <a:lstStyle>
            <a:lvl1pPr>
              <a:defRPr>
                <a:solidFill>
                  <a:schemeClr val="tx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4" name="Rectangle 6"/>
          <p:cNvSpPr>
            <a:spLocks noGrp="1" noChangeArrowheads="1"/>
          </p:cNvSpPr>
          <p:nvPr>
            <p:ph type="sldNum" sz="quarter" idx="4"/>
          </p:nvPr>
        </p:nvSpPr>
        <p:spPr bwMode="auto">
          <a:xfrm>
            <a:off x="6553200" y="6400800"/>
            <a:ext cx="2133600" cy="320675"/>
          </a:xfrm>
          <a:prstGeom prst="rect">
            <a:avLst/>
          </a:prstGeom>
          <a:ln>
            <a:miter lim="800000"/>
          </a:ln>
        </p:spPr>
        <p:txBody>
          <a:bodyPr vert="horz" wrap="square" lIns="91440" tIns="45720" rIns="91440" bIns="45720" numCol="1" anchor="t" anchorCtr="0" compatLnSpc="1"/>
          <a:p>
            <a:pPr algn="r" eaLnBrk="1" hangingPunct="1"/>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up)">
                                      <p:cBhvr>
                                        <p:cTn id="1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1"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accent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accent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accent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accent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371600"/>
            <a:ext cx="4038600" cy="5026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371600"/>
            <a:ext cx="4038600" cy="5026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accent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accent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accent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accent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accent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accent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accent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accent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accent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accent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accent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accent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accent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accent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375"/>
            <a:ext cx="2057400" cy="619125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06375"/>
            <a:ext cx="6019800" cy="619125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accent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accent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transition spd="slow">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gradFill rotWithShape="0">
          <a:gsLst>
            <a:gs pos="0">
              <a:schemeClr val="bg1"/>
            </a:gs>
            <a:gs pos="100000">
              <a:srgbClr val="FFFFFF"/>
            </a:gs>
          </a:gsLst>
          <a:lin ang="5400000" scaled="1"/>
          <a:tileRect/>
        </a:gradFill>
        <a:effectLst/>
      </p:bgPr>
    </p:bg>
    <p:spTree>
      <p:nvGrpSpPr>
        <p:cNvPr id="1" name=""/>
        <p:cNvGrpSpPr/>
        <p:nvPr/>
      </p:nvGrpSpPr>
      <p:grpSpPr>
        <a:xfrm>
          <a:off x="0" y="0"/>
          <a:ext cx="0" cy="0"/>
          <a:chOff x="0" y="0"/>
          <a:chExt cx="0" cy="0"/>
        </a:xfrm>
      </p:grpSpPr>
      <p:sp>
        <p:nvSpPr>
          <p:cNvPr id="11" name="Rectangle 68"/>
          <p:cNvSpPr/>
          <p:nvPr/>
        </p:nvSpPr>
        <p:spPr>
          <a:xfrm>
            <a:off x="8305800" y="0"/>
            <a:ext cx="76200" cy="1752600"/>
          </a:xfrm>
          <a:prstGeom prst="rect">
            <a:avLst/>
          </a:prstGeom>
          <a:solidFill>
            <a:schemeClr val="hlink"/>
          </a:solidFill>
          <a:ln w="9525">
            <a:noFill/>
          </a:ln>
        </p:spPr>
        <p:txBody>
          <a:bodyPr wrap="none" anchor="ctr" anchorCtr="0"/>
          <a:p>
            <a:pPr lvl="0" algn="ctr" eaLnBrk="1" hangingPunct="1">
              <a:buNone/>
            </a:pPr>
            <a:endParaRPr lang="zh-CN" altLang="en-US" dirty="0">
              <a:latin typeface="Arial" panose="020B0604020202020204" pitchFamily="34" charset="0"/>
              <a:ea typeface="宋体" panose="02010600030101010101" pitchFamily="2" charset="-122"/>
            </a:endParaRPr>
          </a:p>
        </p:txBody>
      </p:sp>
      <p:pic>
        <p:nvPicPr>
          <p:cNvPr id="8" name="Picture 62"/>
          <p:cNvPicPr>
            <a:picLocks noChangeAspect="1"/>
          </p:cNvPicPr>
          <p:nvPr/>
        </p:nvPicPr>
        <p:blipFill>
          <a:blip r:embed="rId2"/>
          <a:stretch>
            <a:fillRect/>
          </a:stretch>
        </p:blipFill>
        <p:spPr>
          <a:xfrm>
            <a:off x="1281113" y="4927600"/>
            <a:ext cx="2370137" cy="1096963"/>
          </a:xfrm>
          <a:prstGeom prst="rect">
            <a:avLst/>
          </a:prstGeom>
          <a:noFill/>
          <a:ln w="9525">
            <a:noFill/>
          </a:ln>
        </p:spPr>
      </p:pic>
      <p:sp>
        <p:nvSpPr>
          <p:cNvPr id="2057" name="Rectangle 66"/>
          <p:cNvSpPr/>
          <p:nvPr/>
        </p:nvSpPr>
        <p:spPr>
          <a:xfrm>
            <a:off x="304800" y="304800"/>
            <a:ext cx="8534400" cy="4343400"/>
          </a:xfrm>
          <a:prstGeom prst="rect">
            <a:avLst/>
          </a:prstGeom>
          <a:noFill/>
          <a:ln w="9525" cap="flat" cmpd="sng">
            <a:solidFill>
              <a:schemeClr val="accent2"/>
            </a:solidFill>
            <a:prstDash val="solid"/>
            <a:miter/>
            <a:headEnd type="none" w="med" len="med"/>
            <a:tailEnd type="none" w="med" len="med"/>
          </a:ln>
        </p:spPr>
        <p:txBody>
          <a:bodyPr wrap="none" anchor="ctr" anchorCtr="0"/>
          <a:p>
            <a:pPr lvl="0" algn="ctr" eaLnBrk="1" hangingPunct="1">
              <a:buNone/>
            </a:pPr>
            <a:endParaRPr lang="zh-CN" altLang="en-US" dirty="0">
              <a:latin typeface="Arial" panose="020B0604020202020204" pitchFamily="34" charset="0"/>
              <a:ea typeface="宋体" panose="02010600030101010101" pitchFamily="2" charset="-122"/>
            </a:endParaRPr>
          </a:p>
        </p:txBody>
      </p:sp>
      <p:sp>
        <p:nvSpPr>
          <p:cNvPr id="2058" name="Rectangle 67"/>
          <p:cNvSpPr/>
          <p:nvPr/>
        </p:nvSpPr>
        <p:spPr>
          <a:xfrm>
            <a:off x="7391400" y="914400"/>
            <a:ext cx="1600200" cy="1447800"/>
          </a:xfrm>
          <a:prstGeom prst="rect">
            <a:avLst/>
          </a:prstGeom>
          <a:noFill/>
          <a:ln w="9525" cap="flat" cmpd="sng">
            <a:solidFill>
              <a:schemeClr val="accent2"/>
            </a:solidFill>
            <a:prstDash val="solid"/>
            <a:miter/>
            <a:headEnd type="none" w="med" len="med"/>
            <a:tailEnd type="none" w="med" len="med"/>
          </a:ln>
        </p:spPr>
        <p:txBody>
          <a:bodyPr wrap="none" anchor="ctr" anchorCtr="0"/>
          <a:p>
            <a:pPr lvl="0" algn="ctr" eaLnBrk="1" hangingPunct="1">
              <a:buNone/>
            </a:pPr>
            <a:endParaRPr lang="zh-CN" altLang="en-US" dirty="0">
              <a:latin typeface="Arial" panose="020B0604020202020204" pitchFamily="34" charset="0"/>
              <a:ea typeface="宋体" panose="02010600030101010101" pitchFamily="2" charset="-122"/>
            </a:endParaRPr>
          </a:p>
        </p:txBody>
      </p:sp>
      <p:sp>
        <p:nvSpPr>
          <p:cNvPr id="4" name="Rectangle 65"/>
          <p:cNvSpPr/>
          <p:nvPr/>
        </p:nvSpPr>
        <p:spPr>
          <a:xfrm>
            <a:off x="304800" y="2400300"/>
            <a:ext cx="8458200" cy="1104900"/>
          </a:xfrm>
          <a:prstGeom prst="rect">
            <a:avLst/>
          </a:prstGeom>
          <a:gradFill rotWithShape="1">
            <a:gsLst>
              <a:gs pos="0">
                <a:schemeClr val="tx1"/>
              </a:gs>
              <a:gs pos="100000">
                <a:schemeClr val="accent1"/>
              </a:gs>
            </a:gsLst>
            <a:lin ang="0" scaled="1"/>
            <a:tileRect/>
          </a:gradFill>
          <a:ln w="9525">
            <a:noFill/>
          </a:ln>
        </p:spPr>
        <p:txBody>
          <a:bodyPr wrap="none" anchor="ctr" anchorCtr="0"/>
          <a:p>
            <a:pPr lvl="0" algn="ctr" eaLnBrk="1" hangingPunct="1">
              <a:buNone/>
            </a:pPr>
            <a:endParaRPr lang="zh-CN" altLang="en-US" dirty="0">
              <a:latin typeface="Arial" panose="020B0604020202020204" pitchFamily="34" charset="0"/>
              <a:ea typeface="宋体" panose="02010600030101010101" pitchFamily="2" charset="-122"/>
            </a:endParaRPr>
          </a:p>
        </p:txBody>
      </p:sp>
      <p:sp>
        <p:nvSpPr>
          <p:cNvPr id="2053" name="Text Box 34"/>
          <p:cNvSpPr txBox="1"/>
          <p:nvPr/>
        </p:nvSpPr>
        <p:spPr>
          <a:xfrm>
            <a:off x="4267200" y="5257800"/>
            <a:ext cx="1157288" cy="733425"/>
          </a:xfrm>
          <a:prstGeom prst="rect">
            <a:avLst/>
          </a:prstGeom>
          <a:noFill/>
          <a:ln w="9525">
            <a:noFill/>
          </a:ln>
        </p:spPr>
        <p:txBody>
          <a:bodyPr wrap="none">
            <a:spAutoFit/>
          </a:bodyPr>
          <a:p>
            <a:pPr lvl="0" algn="l" eaLnBrk="1" hangingPunct="1">
              <a:buNone/>
            </a:pPr>
            <a:r>
              <a:rPr lang="en-US" altLang="zh-CN" sz="1600" b="1" dirty="0">
                <a:latin typeface="Arial" panose="020B0604020202020204" pitchFamily="34" charset="0"/>
                <a:ea typeface="宋体" panose="02010600030101010101" pitchFamily="2" charset="-122"/>
              </a:rPr>
              <a:t>Company</a:t>
            </a:r>
            <a:endParaRPr lang="en-US" altLang="zh-CN" sz="1600" b="1" dirty="0">
              <a:latin typeface="Arial" panose="020B0604020202020204" pitchFamily="34" charset="0"/>
              <a:ea typeface="宋体" panose="02010600030101010101" pitchFamily="2" charset="-122"/>
            </a:endParaRPr>
          </a:p>
          <a:p>
            <a:pPr lvl="0" algn="l" eaLnBrk="1" hangingPunct="1">
              <a:buNone/>
            </a:pPr>
            <a:r>
              <a:rPr lang="en-US" altLang="zh-CN" sz="2600" b="1" dirty="0">
                <a:latin typeface="Arial" panose="020B0604020202020204" pitchFamily="34" charset="0"/>
                <a:ea typeface="宋体" panose="02010600030101010101" pitchFamily="2" charset="-122"/>
              </a:rPr>
              <a:t>LOGO</a:t>
            </a:r>
            <a:endParaRPr lang="en-US" altLang="zh-CN" sz="2600" b="1" dirty="0">
              <a:latin typeface="Arial" panose="020B0604020202020204" pitchFamily="34" charset="0"/>
              <a:ea typeface="宋体" panose="02010600030101010101" pitchFamily="2" charset="-122"/>
            </a:endParaRPr>
          </a:p>
        </p:txBody>
      </p:sp>
      <p:pic>
        <p:nvPicPr>
          <p:cNvPr id="2054" name="Picture 61"/>
          <p:cNvPicPr>
            <a:picLocks noChangeAspect="1"/>
          </p:cNvPicPr>
          <p:nvPr/>
        </p:nvPicPr>
        <p:blipFill>
          <a:blip r:embed="rId3"/>
          <a:stretch>
            <a:fillRect/>
          </a:stretch>
        </p:blipFill>
        <p:spPr>
          <a:xfrm>
            <a:off x="0" y="3490913"/>
            <a:ext cx="1258888" cy="1438275"/>
          </a:xfrm>
          <a:prstGeom prst="rect">
            <a:avLst/>
          </a:prstGeom>
          <a:noFill/>
          <a:ln w="9525">
            <a:noFill/>
          </a:ln>
        </p:spPr>
      </p:pic>
      <p:sp>
        <p:nvSpPr>
          <p:cNvPr id="2055" name="Rectangle 63"/>
          <p:cNvSpPr/>
          <p:nvPr/>
        </p:nvSpPr>
        <p:spPr>
          <a:xfrm>
            <a:off x="1276350" y="4941888"/>
            <a:ext cx="7867650" cy="217487"/>
          </a:xfrm>
          <a:prstGeom prst="rect">
            <a:avLst/>
          </a:prstGeom>
          <a:solidFill>
            <a:schemeClr val="folHlink"/>
          </a:solidFill>
          <a:ln w="9525">
            <a:noFill/>
          </a:ln>
        </p:spPr>
        <p:txBody>
          <a:bodyPr wrap="none" anchor="ctr" anchorCtr="0"/>
          <a:p>
            <a:pPr lvl="0" algn="ctr" eaLnBrk="1" hangingPunct="1">
              <a:buNone/>
            </a:pPr>
            <a:endParaRPr lang="zh-CN" altLang="en-US" dirty="0">
              <a:latin typeface="Arial" panose="020B0604020202020204" pitchFamily="34" charset="0"/>
              <a:ea typeface="宋体" panose="02010600030101010101" pitchFamily="2" charset="-122"/>
            </a:endParaRPr>
          </a:p>
        </p:txBody>
      </p:sp>
      <p:sp>
        <p:nvSpPr>
          <p:cNvPr id="2050" name="Rectangle 52"/>
          <p:cNvSpPr/>
          <p:nvPr/>
        </p:nvSpPr>
        <p:spPr>
          <a:xfrm>
            <a:off x="0" y="0"/>
            <a:ext cx="9144000" cy="5157788"/>
          </a:xfrm>
          <a:prstGeom prst="rect">
            <a:avLst/>
          </a:prstGeom>
          <a:solidFill>
            <a:schemeClr val="accent1"/>
          </a:solidFill>
          <a:ln w="0">
            <a:noFill/>
          </a:ln>
        </p:spPr>
        <p:txBody>
          <a:bodyPr wrap="none" anchor="ctr" anchorCtr="0"/>
          <a:p>
            <a:pPr lvl="0" algn="ctr" eaLnBrk="1" hangingPunct="1">
              <a:buNone/>
            </a:pPr>
            <a:endParaRPr lang="zh-CN" altLang="en-US" dirty="0">
              <a:latin typeface="Arial" panose="020B0604020202020204" pitchFamily="34" charset="0"/>
              <a:ea typeface="宋体" panose="02010600030101010101" pitchFamily="2" charset="-122"/>
            </a:endParaRPr>
          </a:p>
        </p:txBody>
      </p:sp>
      <p:sp>
        <p:nvSpPr>
          <p:cNvPr id="3" name="Rectangle 64"/>
          <p:cNvSpPr>
            <a:spLocks noChangeArrowheads="1"/>
          </p:cNvSpPr>
          <p:nvPr/>
        </p:nvSpPr>
        <p:spPr bwMode="gray">
          <a:xfrm>
            <a:off x="1262063" y="0"/>
            <a:ext cx="2362200" cy="4953000"/>
          </a:xfrm>
          <a:prstGeom prst="rect">
            <a:avLst/>
          </a:prstGeom>
          <a:gradFill rotWithShape="1">
            <a:gsLst>
              <a:gs pos="0">
                <a:schemeClr val="accent1"/>
              </a:gs>
              <a:gs pos="100000">
                <a:schemeClr val="accent1">
                  <a:gamma/>
                  <a:shade val="72549"/>
                  <a:invGamma/>
                </a:schemeClr>
              </a:gs>
            </a:gsLst>
            <a:lin ang="5400000" scaled="1"/>
          </a:gradFill>
          <a:ln w="9525">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4" name="Rectangle 2"/>
          <p:cNvSpPr>
            <a:spLocks noGrp="1" noChangeArrowheads="1"/>
          </p:cNvSpPr>
          <p:nvPr>
            <p:ph type="ctrTitle"/>
          </p:nvPr>
        </p:nvSpPr>
        <p:spPr>
          <a:xfrm>
            <a:off x="457200" y="2590800"/>
            <a:ext cx="8229600" cy="685800"/>
          </a:xfrm>
        </p:spPr>
        <p:txBody>
          <a:bodyPr/>
          <a:lstStyle>
            <a:lvl1pPr>
              <a:defRPr sz="4800"/>
            </a:lvl1pPr>
          </a:lstStyle>
          <a:p>
            <a:r>
              <a:rPr lang="zh-CN" altLang="en-US"/>
              <a:t>单击此处编辑母版标题样式</a:t>
            </a:r>
            <a:endParaRPr lang="zh-CN" altLang="en-US"/>
          </a:p>
        </p:txBody>
      </p:sp>
      <p:sp>
        <p:nvSpPr>
          <p:cNvPr id="3075" name="Rectangle 3"/>
          <p:cNvSpPr>
            <a:spLocks noGrp="1" noChangeArrowheads="1"/>
          </p:cNvSpPr>
          <p:nvPr>
            <p:ph type="subTitle" idx="1"/>
          </p:nvPr>
        </p:nvSpPr>
        <p:spPr>
          <a:xfrm>
            <a:off x="1828800" y="3733800"/>
            <a:ext cx="5867400" cy="457200"/>
          </a:xfrm>
        </p:spPr>
        <p:txBody>
          <a:bodyPr/>
          <a:lstStyle>
            <a:lvl1pPr marL="0" indent="0" algn="ctr">
              <a:buFont typeface="Wingdings" panose="05000000000000000000" pitchFamily="2" charset="2"/>
              <a:buNone/>
              <a:defRPr b="1">
                <a:solidFill>
                  <a:schemeClr val="bg1"/>
                </a:solidFill>
              </a:defRPr>
            </a:lvl1pPr>
          </a:lstStyle>
          <a:p>
            <a:r>
              <a:rPr lang="zh-CN" altLang="en-US"/>
              <a:t>单击此处编辑母版副标题样式</a:t>
            </a:r>
            <a:endParaRPr lang="zh-CN" altLang="en-US"/>
          </a:p>
        </p:txBody>
      </p:sp>
      <p:sp>
        <p:nvSpPr>
          <p:cNvPr id="12" name="Rectangle 4"/>
          <p:cNvSpPr>
            <a:spLocks noGrp="1" noChangeArrowheads="1"/>
          </p:cNvSpPr>
          <p:nvPr>
            <p:ph type="dt" sz="half" idx="2"/>
          </p:nvPr>
        </p:nvSpPr>
        <p:spPr bwMode="auto">
          <a:xfrm>
            <a:off x="457200" y="6400800"/>
            <a:ext cx="2133600" cy="320675"/>
          </a:xfrm>
          <a:prstGeom prst="rect">
            <a:avLst/>
          </a:prstGeom>
          <a:ln>
            <a:miter lim="800000"/>
          </a:ln>
        </p:spPr>
        <p:txBody>
          <a:bodyPr vert="horz" wrap="square" lIns="91440" tIns="45720" rIns="91440" bIns="45720" numCol="1" anchor="t" anchorCtr="0" compatLnSpc="1"/>
          <a:lstStyle>
            <a:lvl1pPr>
              <a:defRPr>
                <a:solidFill>
                  <a:schemeClr val="tx1"/>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 name="Rectangle 5"/>
          <p:cNvSpPr>
            <a:spLocks noGrp="1" noChangeArrowheads="1"/>
          </p:cNvSpPr>
          <p:nvPr>
            <p:ph type="ftr" sz="quarter" idx="3"/>
          </p:nvPr>
        </p:nvSpPr>
        <p:spPr bwMode="auto">
          <a:xfrm>
            <a:off x="3124200" y="6400800"/>
            <a:ext cx="2895600" cy="320675"/>
          </a:xfrm>
          <a:prstGeom prst="rect">
            <a:avLst/>
          </a:prstGeom>
          <a:ln>
            <a:miter lim="800000"/>
          </a:ln>
        </p:spPr>
        <p:txBody>
          <a:bodyPr vert="horz" wrap="square" lIns="91440" tIns="45720" rIns="91440" bIns="45720" numCol="1" anchor="t" anchorCtr="0" compatLnSpc="1"/>
          <a:lstStyle>
            <a:lvl1pPr>
              <a:defRPr>
                <a:solidFill>
                  <a:schemeClr val="tx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4" name="Rectangle 6"/>
          <p:cNvSpPr>
            <a:spLocks noGrp="1" noChangeArrowheads="1"/>
          </p:cNvSpPr>
          <p:nvPr>
            <p:ph type="sldNum" sz="quarter" idx="4"/>
          </p:nvPr>
        </p:nvSpPr>
        <p:spPr bwMode="auto">
          <a:xfrm>
            <a:off x="6553200" y="6400800"/>
            <a:ext cx="2133600" cy="320675"/>
          </a:xfrm>
          <a:prstGeom prst="rect">
            <a:avLst/>
          </a:prstGeom>
          <a:ln>
            <a:miter lim="800000"/>
          </a:ln>
        </p:spPr>
        <p:txBody>
          <a:bodyPr vert="horz" wrap="square" lIns="91440" tIns="45720" rIns="91440" bIns="45720" numCol="1" anchor="t" anchorCtr="0" compatLnSpc="1"/>
          <a:p>
            <a:pPr algn="r" eaLnBrk="1" hangingPunct="1"/>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up)">
                                      <p:cBhvr>
                                        <p:cTn id="1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bldLvl="0" animBg="1"/>
      <p:bldP spid="11" grpId="0" bldLvl="0" animBg="1"/>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accent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accent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accent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accent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371600"/>
            <a:ext cx="4038600" cy="5026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371600"/>
            <a:ext cx="4038600" cy="5026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accent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accent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accent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accent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accent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accent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accent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accent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accent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accent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accent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accent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accent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accent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375"/>
            <a:ext cx="2057400" cy="619125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06375"/>
            <a:ext cx="6019800" cy="619125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accent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accent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transition spd="slow">
    <p:push dir="u"/>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pic>
        <p:nvPicPr>
          <p:cNvPr id="33" name="图片 32" descr="D:/工作文件/工作文件/单页/2025-7-14 主题模板/素材/2.png2"/>
          <p:cNvPicPr>
            <a:picLocks noChangeAspect="1"/>
          </p:cNvPicPr>
          <p:nvPr userDrawn="1">
            <p:custDataLst>
              <p:tags r:id="rId2"/>
            </p:custDataLst>
          </p:nvPr>
        </p:nvPicPr>
        <p:blipFill>
          <a:blip r:embed="rId3" cstate="email">
            <a:alphaModFix amt="57000"/>
          </a:blip>
          <a:srcRect l="-10329"/>
          <a:stretch>
            <a:fillRect/>
          </a:stretch>
        </p:blipFill>
        <p:spPr>
          <a:xfrm>
            <a:off x="2602230" y="857250"/>
            <a:ext cx="6541770" cy="5143500"/>
          </a:xfrm>
          <a:prstGeom prst="rect">
            <a:avLst/>
          </a:prstGeom>
          <a:gradFill>
            <a:gsLst>
              <a:gs pos="100000">
                <a:schemeClr val="accent1">
                  <a:lumMod val="40000"/>
                </a:schemeClr>
              </a:gs>
              <a:gs pos="43000">
                <a:schemeClr val="accent1">
                  <a:lumMod val="40000"/>
                </a:schemeClr>
              </a:gs>
            </a:gsLst>
            <a:lin ang="0" scaled="0"/>
          </a:gradFill>
        </p:spPr>
      </p:pic>
      <p:sp>
        <p:nvSpPr>
          <p:cNvPr id="3" name="矩形 2"/>
          <p:cNvSpPr/>
          <p:nvPr userDrawn="1">
            <p:custDataLst>
              <p:tags r:id="rId4"/>
            </p:custDataLst>
          </p:nvPr>
        </p:nvSpPr>
        <p:spPr>
          <a:xfrm>
            <a:off x="0" y="857250"/>
            <a:ext cx="8543449" cy="5143500"/>
          </a:xfrm>
          <a:prstGeom prst="rect">
            <a:avLst/>
          </a:prstGeom>
          <a:gradFill>
            <a:gsLst>
              <a:gs pos="100000">
                <a:schemeClr val="accent1">
                  <a:lumMod val="40000"/>
                  <a:alpha val="0"/>
                </a:schemeClr>
              </a:gs>
              <a:gs pos="43000">
                <a:schemeClr val="accent1">
                  <a:lumMod val="40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cs typeface="汉仪雅酷黑-95J" panose="00020600040101010101" charset="-122"/>
            </a:endParaRPr>
          </a:p>
        </p:txBody>
      </p:sp>
      <p:sp>
        <p:nvSpPr>
          <p:cNvPr id="7" name="任意多边形: 形状 126"/>
          <p:cNvSpPr/>
          <p:nvPr userDrawn="1">
            <p:custDataLst>
              <p:tags r:id="rId5"/>
            </p:custDataLst>
          </p:nvPr>
        </p:nvSpPr>
        <p:spPr>
          <a:xfrm>
            <a:off x="0" y="857250"/>
            <a:ext cx="1383506" cy="1352075"/>
          </a:xfrm>
          <a:custGeom>
            <a:avLst/>
            <a:gdLst>
              <a:gd name="connsiteX0" fmla="*/ 1987138 w 1987138"/>
              <a:gd name="connsiteY0" fmla="*/ 1720905 h 2294518"/>
              <a:gd name="connsiteX1" fmla="*/ 993569 w 1987138"/>
              <a:gd name="connsiteY1" fmla="*/ 2294519 h 2294518"/>
              <a:gd name="connsiteX2" fmla="*/ 0 w 1987138"/>
              <a:gd name="connsiteY2" fmla="*/ 1720905 h 2294518"/>
              <a:gd name="connsiteX3" fmla="*/ 0 w 1987138"/>
              <a:gd name="connsiteY3" fmla="*/ 573614 h 2294518"/>
              <a:gd name="connsiteX4" fmla="*/ 993569 w 1987138"/>
              <a:gd name="connsiteY4" fmla="*/ 0 h 2294518"/>
              <a:gd name="connsiteX5" fmla="*/ 1987138 w 1987138"/>
              <a:gd name="connsiteY5" fmla="*/ 573614 h 2294518"/>
              <a:gd name="connsiteX6" fmla="*/ 1987138 w 1987138"/>
              <a:gd name="connsiteY6" fmla="*/ 1720905 h 2294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05" h="2839">
                <a:moveTo>
                  <a:pt x="0" y="0"/>
                </a:moveTo>
                <a:lnTo>
                  <a:pt x="2905" y="0"/>
                </a:lnTo>
                <a:lnTo>
                  <a:pt x="2905" y="1769"/>
                </a:lnTo>
                <a:lnTo>
                  <a:pt x="1052" y="2839"/>
                </a:lnTo>
                <a:lnTo>
                  <a:pt x="0" y="2232"/>
                </a:lnTo>
                <a:lnTo>
                  <a:pt x="0" y="0"/>
                </a:lnTo>
                <a:close/>
              </a:path>
            </a:pathLst>
          </a:custGeom>
          <a:gradFill>
            <a:gsLst>
              <a:gs pos="100000">
                <a:schemeClr val="accent1">
                  <a:lumMod val="40000"/>
                  <a:lumOff val="60000"/>
                  <a:alpha val="9000"/>
                </a:schemeClr>
              </a:gs>
              <a:gs pos="0">
                <a:schemeClr val="accent1">
                  <a:lumMod val="20000"/>
                  <a:lumOff val="80000"/>
                  <a:alpha val="0"/>
                </a:schemeClr>
              </a:gs>
            </a:gsLst>
            <a:lin ang="120000" scaled="0"/>
          </a:gradFill>
          <a:ln w="6465" cap="flat">
            <a:noFill/>
            <a:prstDash val="solid"/>
            <a:miter/>
          </a:ln>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cs typeface="汉仪雅酷黑-95J" panose="00020600040101010101" charset="-122"/>
            </a:endParaRPr>
          </a:p>
        </p:txBody>
      </p:sp>
      <p:sp>
        <p:nvSpPr>
          <p:cNvPr id="9" name="任意多边形: 形状 183"/>
          <p:cNvSpPr/>
          <p:nvPr userDrawn="1">
            <p:custDataLst>
              <p:tags r:id="rId6"/>
            </p:custDataLst>
          </p:nvPr>
        </p:nvSpPr>
        <p:spPr>
          <a:xfrm rot="10800000">
            <a:off x="0" y="3910013"/>
            <a:ext cx="2462689" cy="2090738"/>
          </a:xfrm>
          <a:custGeom>
            <a:avLst/>
            <a:gdLst>
              <a:gd name="connsiteX0" fmla="*/ 2672410 w 2672410"/>
              <a:gd name="connsiteY0" fmla="*/ 0 h 2094585"/>
              <a:gd name="connsiteX1" fmla="*/ 2672410 w 2672410"/>
              <a:gd name="connsiteY1" fmla="*/ 1323137 h 2094585"/>
              <a:gd name="connsiteX2" fmla="*/ 1336243 w 2672410"/>
              <a:gd name="connsiteY2" fmla="*/ 2094586 h 2094585"/>
              <a:gd name="connsiteX3" fmla="*/ 0 w 2672410"/>
              <a:gd name="connsiteY3" fmla="*/ 1323137 h 2094585"/>
              <a:gd name="connsiteX4" fmla="*/ 0 w 2672410"/>
              <a:gd name="connsiteY4" fmla="*/ 0 h 2094585"/>
              <a:gd name="connsiteX5" fmla="*/ 2672410 w 2672410"/>
              <a:gd name="connsiteY5" fmla="*/ 0 h 2094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71" h="4390">
                <a:moveTo>
                  <a:pt x="1712" y="0"/>
                </a:moveTo>
                <a:lnTo>
                  <a:pt x="1712" y="848"/>
                </a:lnTo>
                <a:lnTo>
                  <a:pt x="856" y="1342"/>
                </a:lnTo>
                <a:lnTo>
                  <a:pt x="0" y="848"/>
                </a:lnTo>
                <a:lnTo>
                  <a:pt x="0" y="0"/>
                </a:lnTo>
                <a:lnTo>
                  <a:pt x="1712" y="0"/>
                </a:lnTo>
                <a:close/>
                <a:moveTo>
                  <a:pt x="879" y="2371"/>
                </a:moveTo>
                <a:lnTo>
                  <a:pt x="879" y="1382"/>
                </a:lnTo>
                <a:lnTo>
                  <a:pt x="1735" y="888"/>
                </a:lnTo>
                <a:lnTo>
                  <a:pt x="2591" y="1382"/>
                </a:lnTo>
                <a:lnTo>
                  <a:pt x="2591" y="2371"/>
                </a:lnTo>
                <a:lnTo>
                  <a:pt x="1735" y="2865"/>
                </a:lnTo>
                <a:lnTo>
                  <a:pt x="879" y="2371"/>
                </a:lnTo>
                <a:close/>
                <a:moveTo>
                  <a:pt x="3470" y="0"/>
                </a:moveTo>
                <a:lnTo>
                  <a:pt x="3470" y="848"/>
                </a:lnTo>
                <a:lnTo>
                  <a:pt x="2614" y="1342"/>
                </a:lnTo>
                <a:lnTo>
                  <a:pt x="1758" y="848"/>
                </a:lnTo>
                <a:lnTo>
                  <a:pt x="1758" y="0"/>
                </a:lnTo>
                <a:lnTo>
                  <a:pt x="3470" y="0"/>
                </a:lnTo>
                <a:close/>
                <a:moveTo>
                  <a:pt x="2637" y="2371"/>
                </a:moveTo>
                <a:lnTo>
                  <a:pt x="2637" y="1382"/>
                </a:lnTo>
                <a:lnTo>
                  <a:pt x="3493" y="888"/>
                </a:lnTo>
                <a:lnTo>
                  <a:pt x="4349" y="1382"/>
                </a:lnTo>
                <a:lnTo>
                  <a:pt x="4349" y="2371"/>
                </a:lnTo>
                <a:lnTo>
                  <a:pt x="3493" y="2865"/>
                </a:lnTo>
                <a:lnTo>
                  <a:pt x="2637" y="2371"/>
                </a:lnTo>
                <a:close/>
                <a:moveTo>
                  <a:pt x="5171" y="0"/>
                </a:moveTo>
                <a:lnTo>
                  <a:pt x="5171" y="880"/>
                </a:lnTo>
                <a:lnTo>
                  <a:pt x="4372" y="1342"/>
                </a:lnTo>
                <a:lnTo>
                  <a:pt x="3516" y="848"/>
                </a:lnTo>
                <a:lnTo>
                  <a:pt x="3516" y="0"/>
                </a:lnTo>
                <a:lnTo>
                  <a:pt x="5171" y="0"/>
                </a:lnTo>
                <a:close/>
                <a:moveTo>
                  <a:pt x="5171" y="935"/>
                </a:moveTo>
                <a:lnTo>
                  <a:pt x="5171" y="2819"/>
                </a:lnTo>
                <a:lnTo>
                  <a:pt x="4395" y="2371"/>
                </a:lnTo>
                <a:lnTo>
                  <a:pt x="4395" y="1383"/>
                </a:lnTo>
                <a:lnTo>
                  <a:pt x="5171" y="935"/>
                </a:lnTo>
                <a:close/>
                <a:moveTo>
                  <a:pt x="5171" y="2874"/>
                </a:moveTo>
                <a:lnTo>
                  <a:pt x="5171" y="3929"/>
                </a:lnTo>
                <a:lnTo>
                  <a:pt x="4372" y="4390"/>
                </a:lnTo>
                <a:lnTo>
                  <a:pt x="3516" y="3896"/>
                </a:lnTo>
                <a:lnTo>
                  <a:pt x="3516" y="2907"/>
                </a:lnTo>
                <a:lnTo>
                  <a:pt x="4372" y="2413"/>
                </a:lnTo>
                <a:lnTo>
                  <a:pt x="5171" y="2874"/>
                </a:lnTo>
                <a:close/>
              </a:path>
            </a:pathLst>
          </a:custGeom>
          <a:gradFill>
            <a:gsLst>
              <a:gs pos="100000">
                <a:schemeClr val="accent1">
                  <a:lumMod val="40000"/>
                  <a:lumOff val="60000"/>
                  <a:alpha val="9000"/>
                </a:schemeClr>
              </a:gs>
              <a:gs pos="23000">
                <a:schemeClr val="accent1">
                  <a:lumMod val="20000"/>
                  <a:lumOff val="80000"/>
                  <a:alpha val="0"/>
                </a:schemeClr>
              </a:gs>
            </a:gsLst>
            <a:lin ang="18900000" scaled="0"/>
          </a:gradFill>
          <a:ln w="6465" cap="flat">
            <a:noFill/>
            <a:prstDash val="solid"/>
            <a:miter/>
          </a:ln>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sz="1350">
              <a:cs typeface="汉仪雅酷黑-95J" panose="00020600040101010101" charset="-122"/>
              <a:sym typeface="+mn-ea"/>
            </a:endParaRPr>
          </a:p>
        </p:txBody>
      </p:sp>
      <p:sp>
        <p:nvSpPr>
          <p:cNvPr id="2" name="标题 1"/>
          <p:cNvSpPr>
            <a:spLocks noGrp="1"/>
          </p:cNvSpPr>
          <p:nvPr>
            <p:ph type="title"/>
            <p:custDataLst>
              <p:tags r:id="rId7"/>
            </p:custDataLst>
          </p:nvPr>
        </p:nvSpPr>
        <p:spPr>
          <a:xfrm>
            <a:off x="763800" y="3474776"/>
            <a:ext cx="6858000" cy="864000"/>
          </a:xfrm>
        </p:spPr>
        <p:txBody>
          <a:bodyPr vert="horz" wrap="square" lIns="0" tIns="0" rIns="0" bIns="0" rtlCol="0" anchor="t" anchorCtr="0">
            <a:normAutofit/>
          </a:bodyPr>
          <a:lstStyle>
            <a:lvl1pPr marL="0" marR="0" indent="0" algn="l" defTabSz="914400" rtl="0" eaLnBrk="1" fontAlgn="auto" latinLnBrk="0" hangingPunct="1">
              <a:lnSpc>
                <a:spcPct val="100000"/>
              </a:lnSpc>
              <a:spcBef>
                <a:spcPct val="0"/>
              </a:spcBef>
              <a:spcAft>
                <a:spcPct val="0"/>
              </a:spcAft>
              <a:buClrTx/>
              <a:buSzTx/>
              <a:buFontTx/>
              <a:buNone/>
              <a:defRPr kumimoji="0" lang="zh-CN" altLang="en-US" sz="4800" b="0" i="0" u="none" strike="noStrike" kern="1200" cap="none" spc="0" normalizeH="0" baseline="0" noProof="1" dirty="0">
                <a:gradFill>
                  <a:gsLst>
                    <a:gs pos="61000">
                      <a:srgbClr val="FFFFFF"/>
                    </a:gs>
                    <a:gs pos="77000">
                      <a:schemeClr val="accent1">
                        <a:lumMod val="20000"/>
                        <a:lumOff val="80000"/>
                      </a:schemeClr>
                    </a:gs>
                  </a:gsLst>
                  <a:lin ang="5400000" scaled="0"/>
                </a:gradFill>
                <a:uFillTx/>
                <a:latin typeface="+mj-ea"/>
                <a:ea typeface="+mj-ea"/>
                <a:cs typeface="+mj-ea"/>
                <a:sym typeface="+mn-ea"/>
              </a:defRPr>
            </a:lvl1pPr>
          </a:lstStyle>
          <a:p>
            <a:pPr lvl="0"/>
            <a:r>
              <a:rPr>
                <a:sym typeface="+mn-ea"/>
              </a:rPr>
              <a:t>单击此处编辑母版标题样式</a:t>
            </a:r>
            <a:endParaRPr>
              <a:sym typeface="+mn-ea"/>
            </a:endParaRPr>
          </a:p>
        </p:txBody>
      </p:sp>
      <p:sp>
        <p:nvSpPr>
          <p:cNvPr id="8" name="节编号 3"/>
          <p:cNvSpPr>
            <a:spLocks noGrp="1"/>
          </p:cNvSpPr>
          <p:nvPr>
            <p:ph type="body" sz="quarter" idx="13" hasCustomPrompt="1"/>
            <p:custDataLst>
              <p:tags r:id="rId8"/>
            </p:custDataLst>
          </p:nvPr>
        </p:nvSpPr>
        <p:spPr>
          <a:xfrm>
            <a:off x="762000" y="2486588"/>
            <a:ext cx="6858000" cy="918000"/>
          </a:xfrm>
        </p:spPr>
        <p:txBody>
          <a:bodyPr vert="horz" wrap="none" lIns="0" tIns="0" rIns="0" bIns="0" rtlCol="0" anchor="b" anchorCtr="0">
            <a:normAutofit/>
          </a:bodyPr>
          <a:lstStyle>
            <a:lvl1pPr marL="0" marR="0" lvl="0" indent="0" algn="l" defTabSz="914400" rtl="0" eaLnBrk="1" fontAlgn="auto" latinLnBrk="0" hangingPunct="1">
              <a:lnSpc>
                <a:spcPct val="100000"/>
              </a:lnSpc>
              <a:spcBef>
                <a:spcPct val="0"/>
              </a:spcBef>
              <a:spcAft>
                <a:spcPct val="0"/>
              </a:spcAft>
              <a:buClrTx/>
              <a:buSzTx/>
              <a:buFontTx/>
              <a:buNone/>
              <a:defRPr kumimoji="0" lang="zh-CN" altLang="en-US" sz="7200" b="1" i="0" u="none" strike="noStrike" kern="1200" cap="none" spc="0" normalizeH="0" baseline="0" noProof="1" dirty="0">
                <a:gradFill>
                  <a:gsLst>
                    <a:gs pos="61000">
                      <a:srgbClr val="FFFFFF"/>
                    </a:gs>
                    <a:gs pos="77000">
                      <a:schemeClr val="accent1">
                        <a:lumMod val="20000"/>
                        <a:lumOff val="80000"/>
                      </a:schemeClr>
                    </a:gs>
                  </a:gsLst>
                  <a:lin ang="5400000" scaled="0"/>
                </a:gradFill>
                <a:uFillTx/>
                <a:latin typeface="+mn-lt"/>
                <a:ea typeface="+mn-lt"/>
                <a:cs typeface="+mj-ea"/>
                <a:sym typeface="+mn-ea"/>
              </a:defRPr>
            </a:lvl1pPr>
          </a:lstStyle>
          <a:p>
            <a:pPr lvl="0"/>
            <a:r>
              <a:rPr>
                <a:sym typeface="+mn-ea"/>
              </a:rPr>
              <a:t>节编号</a:t>
            </a:r>
            <a:endParaRPr>
              <a:sym typeface="+mn-ea"/>
            </a:endParaRPr>
          </a:p>
        </p:txBody>
      </p:sp>
      <p:sp>
        <p:nvSpPr>
          <p:cNvPr id="4" name="日期占位符 4"/>
          <p:cNvSpPr>
            <a:spLocks noGrp="1"/>
          </p:cNvSpPr>
          <p:nvPr>
            <p:ph type="dt" sz="half" idx="10"/>
            <p:custDataLst>
              <p:tags r:id="rId9"/>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5"/>
          <p:cNvSpPr>
            <a:spLocks noGrp="1"/>
          </p:cNvSpPr>
          <p:nvPr>
            <p:ph type="ftr" sz="quarter" idx="11"/>
            <p:custDataLst>
              <p:tags r:id="rId10"/>
            </p:custDataLst>
          </p:nvPr>
        </p:nvSpPr>
        <p:spPr/>
        <p:txBody>
          <a:bodyPr/>
          <a:lstStyle/>
          <a:p>
            <a:endParaRPr lang="zh-CN" altLang="en-US"/>
          </a:p>
        </p:txBody>
      </p:sp>
      <p:sp>
        <p:nvSpPr>
          <p:cNvPr id="6" name="灯片编号占位符 6"/>
          <p:cNvSpPr>
            <a:spLocks noGrp="1"/>
          </p:cNvSpPr>
          <p:nvPr>
            <p:ph type="sldNum" sz="quarter" idx="12"/>
            <p:custDataLst>
              <p:tags r:id="rId11"/>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4" Type="http://schemas.openxmlformats.org/officeDocument/2006/relationships/theme" Target="../theme/theme2.xml"/><Relationship Id="rId13" Type="http://schemas.openxmlformats.org/officeDocument/2006/relationships/image" Target="../media/image2.jpeg"/><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tags" Target="../tags/tag17.xml"/><Relationship Id="rId8" Type="http://schemas.openxmlformats.org/officeDocument/2006/relationships/tags" Target="../tags/tag16.xml"/><Relationship Id="rId7" Type="http://schemas.openxmlformats.org/officeDocument/2006/relationships/tags" Target="../tags/tag15.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tags" Target="../tags/tag10.xml"/><Relationship Id="rId12" Type="http://schemas.openxmlformats.org/officeDocument/2006/relationships/theme" Target="../theme/theme3.xml"/><Relationship Id="rId11" Type="http://schemas.openxmlformats.org/officeDocument/2006/relationships/tags" Target="../tags/tag19.xml"/><Relationship Id="rId10" Type="http://schemas.openxmlformats.org/officeDocument/2006/relationships/tags" Target="../tags/tag18.xml"/><Relationship Id="rId1"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FFFFFF"/>
            </a:gs>
          </a:gsLst>
          <a:lin ang="5400000" scaled="1"/>
          <a:tileRect/>
        </a:gradFill>
        <a:effectLst/>
      </p:bgPr>
    </p:bg>
    <p:spTree>
      <p:nvGrpSpPr>
        <p:cNvPr id="1" name=""/>
        <p:cNvGrpSpPr/>
        <p:nvPr/>
      </p:nvGrpSpPr>
      <p:grpSpPr/>
      <p:sp>
        <p:nvSpPr>
          <p:cNvPr id="1026" name="Rectangle 43"/>
          <p:cNvSpPr/>
          <p:nvPr/>
        </p:nvSpPr>
        <p:spPr>
          <a:xfrm>
            <a:off x="0" y="9525"/>
            <a:ext cx="9144000" cy="1028700"/>
          </a:xfrm>
          <a:prstGeom prst="rect">
            <a:avLst/>
          </a:prstGeom>
          <a:solidFill>
            <a:schemeClr val="tx1"/>
          </a:solidFill>
          <a:ln w="9525">
            <a:noFill/>
          </a:ln>
        </p:spPr>
        <p:txBody>
          <a:bodyPr wrap="none" anchor="ctr" anchorCtr="0"/>
          <a:p>
            <a:pPr lvl="0" algn="ctr" eaLnBrk="1" hangingPunct="1">
              <a:buNone/>
            </a:pPr>
            <a:endParaRPr lang="zh-CN" altLang="en-US" dirty="0">
              <a:latin typeface="Arial" panose="020B0604020202020204" pitchFamily="34" charset="0"/>
              <a:ea typeface="宋体" panose="02010600030101010101" pitchFamily="2" charset="-122"/>
            </a:endParaRPr>
          </a:p>
        </p:txBody>
      </p:sp>
      <p:sp>
        <p:nvSpPr>
          <p:cNvPr id="1027" name="Rectangle 44"/>
          <p:cNvSpPr/>
          <p:nvPr/>
        </p:nvSpPr>
        <p:spPr>
          <a:xfrm>
            <a:off x="1447800" y="0"/>
            <a:ext cx="7696200" cy="879475"/>
          </a:xfrm>
          <a:prstGeom prst="rect">
            <a:avLst/>
          </a:prstGeom>
          <a:solidFill>
            <a:schemeClr val="tx2"/>
          </a:solidFill>
          <a:ln w="9525">
            <a:noFill/>
          </a:ln>
        </p:spPr>
        <p:txBody>
          <a:bodyPr wrap="none" anchor="ctr" anchorCtr="0"/>
          <a:p>
            <a:pPr lvl="0" algn="ctr" eaLnBrk="1" hangingPunct="1">
              <a:buNone/>
            </a:pPr>
            <a:endParaRPr lang="zh-CN" altLang="en-US" dirty="0">
              <a:latin typeface="Arial" panose="020B0604020202020204" pitchFamily="34" charset="0"/>
              <a:ea typeface="宋体" panose="02010600030101010101" pitchFamily="2" charset="-122"/>
            </a:endParaRPr>
          </a:p>
        </p:txBody>
      </p:sp>
      <p:sp>
        <p:nvSpPr>
          <p:cNvPr id="1069" name="Rectangle 45"/>
          <p:cNvSpPr>
            <a:spLocks noChangeArrowheads="1"/>
          </p:cNvSpPr>
          <p:nvPr/>
        </p:nvSpPr>
        <p:spPr bwMode="gray">
          <a:xfrm>
            <a:off x="0" y="158750"/>
            <a:ext cx="9144000" cy="603250"/>
          </a:xfrm>
          <a:prstGeom prst="rect">
            <a:avLst/>
          </a:prstGeom>
          <a:gradFill rotWithShape="1">
            <a:gsLst>
              <a:gs pos="0">
                <a:schemeClr val="accent1">
                  <a:gamma/>
                  <a:shade val="46275"/>
                  <a:invGamma/>
                </a:schemeClr>
              </a:gs>
              <a:gs pos="100000">
                <a:schemeClr val="accent1"/>
              </a:gs>
            </a:gsLst>
            <a:lin ang="0" scaled="1"/>
          </a:gradFill>
          <a:ln w="9525">
            <a:solidFill>
              <a:schemeClr val="accent1"/>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71" name="Rectangle 47"/>
          <p:cNvSpPr>
            <a:spLocks noChangeArrowheads="1"/>
          </p:cNvSpPr>
          <p:nvPr/>
        </p:nvSpPr>
        <p:spPr bwMode="gray">
          <a:xfrm>
            <a:off x="0" y="1143000"/>
            <a:ext cx="228600" cy="5715000"/>
          </a:xfrm>
          <a:prstGeom prst="rect">
            <a:avLst/>
          </a:prstGeom>
          <a:gradFill rotWithShape="1">
            <a:gsLst>
              <a:gs pos="0">
                <a:schemeClr val="hlink"/>
              </a:gs>
              <a:gs pos="100000">
                <a:schemeClr val="hlink">
                  <a:gamma/>
                  <a:tint val="0"/>
                  <a:invGamma/>
                </a:schemeClr>
              </a:gs>
            </a:gsLst>
            <a:lin ang="5400000" scaled="1"/>
          </a:gradFill>
          <a:ln w="9525">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72" name="Rectangle 48"/>
          <p:cNvSpPr/>
          <p:nvPr/>
        </p:nvSpPr>
        <p:spPr>
          <a:xfrm>
            <a:off x="8686800" y="0"/>
            <a:ext cx="76200" cy="609600"/>
          </a:xfrm>
          <a:prstGeom prst="rect">
            <a:avLst/>
          </a:prstGeom>
          <a:solidFill>
            <a:schemeClr val="hlink"/>
          </a:solidFill>
          <a:ln w="9525">
            <a:noFill/>
          </a:ln>
        </p:spPr>
        <p:txBody>
          <a:bodyPr wrap="none" anchor="ctr" anchorCtr="0"/>
          <a:p>
            <a:pPr lvl="0" algn="ctr" eaLnBrk="1" hangingPunct="1">
              <a:buNone/>
            </a:pPr>
            <a:endParaRPr lang="zh-CN" altLang="en-US" dirty="0">
              <a:latin typeface="Arial" panose="020B0604020202020204" pitchFamily="34" charset="0"/>
              <a:ea typeface="宋体" panose="02010600030101010101" pitchFamily="2" charset="-122"/>
            </a:endParaRPr>
          </a:p>
        </p:txBody>
      </p:sp>
      <p:sp>
        <p:nvSpPr>
          <p:cNvPr id="1031" name="Rectangle 3"/>
          <p:cNvSpPr>
            <a:spLocks noGrp="1"/>
          </p:cNvSpPr>
          <p:nvPr>
            <p:ph type="body" idx="1"/>
          </p:nvPr>
        </p:nvSpPr>
        <p:spPr>
          <a:xfrm>
            <a:off x="457200" y="1371600"/>
            <a:ext cx="8229600" cy="5026025"/>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28" name="Rectangle 4"/>
          <p:cNvSpPr>
            <a:spLocks noGrp="1" noChangeArrowheads="1"/>
          </p:cNvSpPr>
          <p:nvPr>
            <p:ph type="dt" sz="half" idx="2"/>
          </p:nvPr>
        </p:nvSpPr>
        <p:spPr bwMode="gray">
          <a:xfrm>
            <a:off x="457200" y="6521450"/>
            <a:ext cx="2133600" cy="244475"/>
          </a:xfrm>
          <a:prstGeom prst="rect">
            <a:avLst/>
          </a:prstGeom>
          <a:noFill/>
          <a:ln w="9525">
            <a:noFill/>
            <a:miter lim="800000"/>
          </a:ln>
          <a:effectLst/>
        </p:spPr>
        <p:txBody>
          <a:bodyPr vert="horz" wrap="square" lIns="91440" tIns="45720" rIns="91440" bIns="45720" numCol="1" anchor="t" anchorCtr="0" compatLnSpc="1"/>
          <a:lstStyle>
            <a:lvl1pPr algn="l">
              <a:defRPr sz="1400">
                <a:solidFill>
                  <a:schemeClr val="accent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accent1"/>
              </a:solidFill>
              <a:effectLst/>
              <a:uLnTx/>
              <a:uFillTx/>
              <a:latin typeface="Arial" panose="020B0604020202020204" pitchFamily="34" charset="0"/>
              <a:ea typeface="宋体" panose="02010600030101010101" pitchFamily="2" charset="-122"/>
              <a:cs typeface="+mn-cs"/>
            </a:endParaRPr>
          </a:p>
        </p:txBody>
      </p:sp>
      <p:sp>
        <p:nvSpPr>
          <p:cNvPr id="1029" name="Rectangle 5"/>
          <p:cNvSpPr>
            <a:spLocks noGrp="1" noChangeArrowheads="1"/>
          </p:cNvSpPr>
          <p:nvPr>
            <p:ph type="ftr" sz="quarter" idx="3"/>
          </p:nvPr>
        </p:nvSpPr>
        <p:spPr bwMode="gray">
          <a:xfrm>
            <a:off x="3124200" y="6521450"/>
            <a:ext cx="2895600" cy="244475"/>
          </a:xfrm>
          <a:prstGeom prst="rect">
            <a:avLst/>
          </a:prstGeom>
          <a:noFill/>
          <a:ln w="9525">
            <a:noFill/>
            <a:miter lim="800000"/>
          </a:ln>
          <a:effectLst/>
        </p:spPr>
        <p:txBody>
          <a:bodyPr vert="horz" wrap="square" lIns="91440" tIns="45720" rIns="91440" bIns="45720" numCol="1" anchor="t" anchorCtr="0" compatLnSpc="1"/>
          <a:lstStyle>
            <a:lvl1pPr>
              <a:defRPr sz="1400">
                <a:solidFill>
                  <a:schemeClr val="accent1"/>
                </a:solidFill>
                <a:latin typeface="Arial" panose="020B060402020202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accent1"/>
              </a:solidFill>
              <a:effectLst/>
              <a:uLnTx/>
              <a:uFillTx/>
              <a:latin typeface="Arial" panose="020B0604020202020204" pitchFamily="34"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gray">
          <a:xfrm>
            <a:off x="6553200" y="6521450"/>
            <a:ext cx="2133600" cy="244475"/>
          </a:xfrm>
          <a:prstGeom prst="rect">
            <a:avLst/>
          </a:prstGeom>
          <a:noFill/>
          <a:ln w="9525">
            <a:noFill/>
            <a:miter lim="800000"/>
          </a:ln>
          <a:effectLst/>
        </p:spPr>
        <p:txBody>
          <a:bodyPr vert="horz" wrap="square" lIns="91440" tIns="45720" rIns="91440" bIns="45720" numCol="1" anchor="t" anchorCtr="0" compatLnSpc="1"/>
          <a:lstStyle>
            <a:lvl1pPr algn="r">
              <a:defRPr sz="1400">
                <a:solidFill>
                  <a:schemeClr val="accent1"/>
                </a:solidFill>
                <a:ea typeface="宋体" panose="02010600030101010101" pitchFamily="2" charset="-122"/>
              </a:defRPr>
            </a:lvl1pPr>
          </a:lstStyle>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035" name="Rectangle 49"/>
          <p:cNvSpPr/>
          <p:nvPr/>
        </p:nvSpPr>
        <p:spPr>
          <a:xfrm>
            <a:off x="0" y="0"/>
            <a:ext cx="1447800" cy="1066800"/>
          </a:xfrm>
          <a:prstGeom prst="rect">
            <a:avLst/>
          </a:prstGeom>
          <a:solidFill>
            <a:schemeClr val="tx1"/>
          </a:solidFill>
          <a:ln w="9525">
            <a:noFill/>
          </a:ln>
        </p:spPr>
        <p:txBody>
          <a:bodyPr wrap="none" anchor="ctr" anchorCtr="0"/>
          <a:p>
            <a:pPr lvl="0" algn="ctr" eaLnBrk="1" hangingPunct="1">
              <a:buNone/>
            </a:pPr>
            <a:endParaRPr lang="zh-CN" altLang="en-US" dirty="0">
              <a:latin typeface="Arial" panose="020B0604020202020204" pitchFamily="34" charset="0"/>
              <a:ea typeface="宋体" panose="02010600030101010101" pitchFamily="2" charset="-122"/>
            </a:endParaRPr>
          </a:p>
        </p:txBody>
      </p:sp>
      <p:pic>
        <p:nvPicPr>
          <p:cNvPr id="1036" name="Picture 41"/>
          <p:cNvPicPr>
            <a:picLocks noChangeAspect="1"/>
          </p:cNvPicPr>
          <p:nvPr/>
        </p:nvPicPr>
        <p:blipFill>
          <a:blip r:embed="rId13"/>
          <a:stretch>
            <a:fillRect/>
          </a:stretch>
        </p:blipFill>
        <p:spPr>
          <a:xfrm>
            <a:off x="0" y="0"/>
            <a:ext cx="1243013" cy="1038225"/>
          </a:xfrm>
          <a:prstGeom prst="rect">
            <a:avLst/>
          </a:prstGeom>
          <a:noFill/>
          <a:ln w="9525">
            <a:noFill/>
          </a:ln>
        </p:spPr>
      </p:pic>
      <p:sp>
        <p:nvSpPr>
          <p:cNvPr id="1037" name="Rectangle 46"/>
          <p:cNvSpPr/>
          <p:nvPr/>
        </p:nvSpPr>
        <p:spPr>
          <a:xfrm>
            <a:off x="0" y="1035050"/>
            <a:ext cx="1447800" cy="228600"/>
          </a:xfrm>
          <a:prstGeom prst="rect">
            <a:avLst/>
          </a:prstGeom>
          <a:solidFill>
            <a:schemeClr val="accent1"/>
          </a:solidFill>
          <a:ln w="9525">
            <a:noFill/>
          </a:ln>
        </p:spPr>
        <p:txBody>
          <a:bodyPr wrap="none" anchor="ctr" anchorCtr="0"/>
          <a:p>
            <a:pPr lvl="0" algn="ctr" eaLnBrk="1" hangingPunct="1">
              <a:buNone/>
            </a:pPr>
            <a:endParaRPr lang="zh-CN" altLang="en-US" dirty="0">
              <a:latin typeface="Arial" panose="020B0604020202020204" pitchFamily="34" charset="0"/>
              <a:ea typeface="宋体" panose="02010600030101010101" pitchFamily="2" charset="-122"/>
            </a:endParaRPr>
          </a:p>
        </p:txBody>
      </p:sp>
      <p:sp>
        <p:nvSpPr>
          <p:cNvPr id="1038" name="Rectangle 50"/>
          <p:cNvSpPr>
            <a:spLocks noGrp="1"/>
          </p:cNvSpPr>
          <p:nvPr>
            <p:ph type="title"/>
          </p:nvPr>
        </p:nvSpPr>
        <p:spPr>
          <a:xfrm>
            <a:off x="1447800" y="206375"/>
            <a:ext cx="6858000" cy="533400"/>
          </a:xfrm>
          <a:prstGeom prst="rect">
            <a:avLst/>
          </a:prstGeom>
          <a:noFill/>
          <a:ln w="9525">
            <a:noFill/>
          </a:ln>
        </p:spPr>
        <p:txBody>
          <a:bodyPr anchor="ctr" anchorCtr="0"/>
          <a:p>
            <a:pPr lvl="0"/>
            <a:r>
              <a:rPr lang="zh-CN" altLang="en-US" dirty="0"/>
              <a:t>单击此处编辑母版标题样式</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69"/>
                                        </p:tgtEl>
                                        <p:attrNameLst>
                                          <p:attrName>style.visibility</p:attrName>
                                        </p:attrNameLst>
                                      </p:cBhvr>
                                      <p:to>
                                        <p:strVal val="visible"/>
                                      </p:to>
                                    </p:set>
                                    <p:animEffect transition="in" filter="wipe(left)">
                                      <p:cBhvr>
                                        <p:cTn id="7" dur="500"/>
                                        <p:tgtEl>
                                          <p:spTgt spid="1069"/>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072"/>
                                        </p:tgtEl>
                                        <p:attrNameLst>
                                          <p:attrName>style.visibility</p:attrName>
                                        </p:attrNameLst>
                                      </p:cBhvr>
                                      <p:to>
                                        <p:strVal val="visible"/>
                                      </p:to>
                                    </p:set>
                                    <p:animEffect transition="in" filter="wipe(up)">
                                      <p:cBhvr>
                                        <p:cTn id="11" dur="500"/>
                                        <p:tgtEl>
                                          <p:spTgt spid="10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9" grpId="0" animBg="1"/>
      <p:bldP spid="1072" grpId="0" animBg="1"/>
    </p:bldLst>
  </p:timing>
  <p:hf sldNum="0" hdr="0" ftr="0" dt="0"/>
  <p:txStyles>
    <p:titleStyle>
      <a:lvl1pPr algn="ctr" rtl="0" eaLnBrk="0" fontAlgn="base" hangingPunct="0">
        <a:spcBef>
          <a:spcPct val="0"/>
        </a:spcBef>
        <a:spcAft>
          <a:spcPct val="0"/>
        </a:spcAft>
        <a:defRPr sz="3600">
          <a:solidFill>
            <a:schemeClr val="bg1"/>
          </a:solidFill>
          <a:latin typeface="+mj-lt"/>
          <a:ea typeface="+mj-ea"/>
          <a:cs typeface="+mj-cs"/>
        </a:defRPr>
      </a:lvl1pPr>
      <a:lvl2pPr algn="ctr" rtl="0" eaLnBrk="0" fontAlgn="base" hangingPunct="0">
        <a:spcBef>
          <a:spcPct val="0"/>
        </a:spcBef>
        <a:spcAft>
          <a:spcPct val="0"/>
        </a:spcAft>
        <a:defRPr sz="3600">
          <a:solidFill>
            <a:schemeClr val="bg1"/>
          </a:solidFill>
          <a:latin typeface="Arial" panose="020B0604020202020204" pitchFamily="34" charset="0"/>
        </a:defRPr>
      </a:lvl2pPr>
      <a:lvl3pPr algn="ctr" rtl="0" eaLnBrk="0" fontAlgn="base" hangingPunct="0">
        <a:spcBef>
          <a:spcPct val="0"/>
        </a:spcBef>
        <a:spcAft>
          <a:spcPct val="0"/>
        </a:spcAft>
        <a:defRPr sz="3600">
          <a:solidFill>
            <a:schemeClr val="bg1"/>
          </a:solidFill>
          <a:latin typeface="Arial" panose="020B0604020202020204" pitchFamily="34" charset="0"/>
        </a:defRPr>
      </a:lvl3pPr>
      <a:lvl4pPr algn="ctr" rtl="0" eaLnBrk="0" fontAlgn="base" hangingPunct="0">
        <a:spcBef>
          <a:spcPct val="0"/>
        </a:spcBef>
        <a:spcAft>
          <a:spcPct val="0"/>
        </a:spcAft>
        <a:defRPr sz="3600">
          <a:solidFill>
            <a:schemeClr val="bg1"/>
          </a:solidFill>
          <a:latin typeface="Arial" panose="020B0604020202020204" pitchFamily="34" charset="0"/>
        </a:defRPr>
      </a:lvl4pPr>
      <a:lvl5pPr algn="ctr" rtl="0" eaLnBrk="0" fontAlgn="base" hangingPunct="0">
        <a:spcBef>
          <a:spcPct val="0"/>
        </a:spcBef>
        <a:spcAft>
          <a:spcPct val="0"/>
        </a:spcAft>
        <a:defRPr sz="3600">
          <a:solidFill>
            <a:schemeClr val="bg1"/>
          </a:solidFill>
          <a:latin typeface="Arial" panose="020B0604020202020204" pitchFamily="34" charset="0"/>
        </a:defRPr>
      </a:lvl5pPr>
      <a:lvl6pPr marL="457200" algn="ctr" rtl="0" fontAlgn="base">
        <a:spcBef>
          <a:spcPct val="0"/>
        </a:spcBef>
        <a:spcAft>
          <a:spcPct val="0"/>
        </a:spcAft>
        <a:defRPr sz="3600">
          <a:solidFill>
            <a:schemeClr val="bg1"/>
          </a:solidFill>
          <a:latin typeface="Arial" panose="020B0604020202020204" pitchFamily="34" charset="0"/>
        </a:defRPr>
      </a:lvl6pPr>
      <a:lvl7pPr marL="914400" algn="ctr" rtl="0" fontAlgn="base">
        <a:spcBef>
          <a:spcPct val="0"/>
        </a:spcBef>
        <a:spcAft>
          <a:spcPct val="0"/>
        </a:spcAft>
        <a:defRPr sz="3600">
          <a:solidFill>
            <a:schemeClr val="bg1"/>
          </a:solidFill>
          <a:latin typeface="Arial" panose="020B0604020202020204" pitchFamily="34" charset="0"/>
        </a:defRPr>
      </a:lvl7pPr>
      <a:lvl8pPr marL="1371600" algn="ctr" rtl="0" fontAlgn="base">
        <a:spcBef>
          <a:spcPct val="0"/>
        </a:spcBef>
        <a:spcAft>
          <a:spcPct val="0"/>
        </a:spcAft>
        <a:defRPr sz="3600">
          <a:solidFill>
            <a:schemeClr val="bg1"/>
          </a:solidFill>
          <a:latin typeface="Arial" panose="020B0604020202020204" pitchFamily="34" charset="0"/>
        </a:defRPr>
      </a:lvl8pPr>
      <a:lvl9pPr marL="1828800" algn="ctr" rtl="0" fontAlgn="base">
        <a:spcBef>
          <a:spcPct val="0"/>
        </a:spcBef>
        <a:spcAft>
          <a:spcPct val="0"/>
        </a:spcAft>
        <a:defRPr sz="3600">
          <a:solidFill>
            <a:schemeClr val="bg1"/>
          </a:solidFill>
          <a:latin typeface="Arial" panose="020B0604020202020204" pitchFamily="34" charset="0"/>
        </a:defRPr>
      </a:lvl9pPr>
    </p:titleStyle>
    <p:bodyStyle>
      <a:lvl1pPr marL="342900" indent="-342900" algn="l" rtl="0" eaLnBrk="0" fontAlgn="base" hangingPunct="0">
        <a:spcBef>
          <a:spcPct val="20000"/>
        </a:spcBef>
        <a:spcAft>
          <a:spcPct val="0"/>
        </a:spcAft>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50000"/>
        <a:buFont typeface="Wingdings 2" panose="05020102010507070707" pitchFamily="18" charset="2"/>
        <a:buChar char=""/>
        <a:defRPr sz="2800">
          <a:solidFill>
            <a:schemeClr val="tx1"/>
          </a:solidFill>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latin typeface="+mn-lt"/>
        </a:defRPr>
      </a:lvl3pPr>
      <a:lvl4pPr marL="1600200" indent="-228600" algn="l" rtl="0" eaLnBrk="0" fontAlgn="base" hangingPunct="0">
        <a:spcBef>
          <a:spcPct val="20000"/>
        </a:spcBef>
        <a:spcAft>
          <a:spcPct val="0"/>
        </a:spcAft>
        <a:buClr>
          <a:schemeClr val="folHlink"/>
        </a:buClr>
        <a:buSzPct val="60000"/>
        <a:buFont typeface="Wingdings 2" panose="05020102010507070707" pitchFamily="18" charset="2"/>
        <a:buChar char=""/>
        <a:defRPr sz="2000">
          <a:solidFill>
            <a:schemeClr val="tx1"/>
          </a:solidFill>
          <a:latin typeface="+mn-lt"/>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1"/>
          </a:solidFill>
          <a:latin typeface="+mn-lt"/>
        </a:defRPr>
      </a:lvl5pPr>
      <a:lvl6pPr marL="2514600" indent="-228600" algn="l" rtl="0" fontAlgn="base">
        <a:spcBef>
          <a:spcPct val="20000"/>
        </a:spcBef>
        <a:spcAft>
          <a:spcPct val="0"/>
        </a:spcAft>
        <a:buFont typeface="Wingdings" panose="05000000000000000000" pitchFamily="2" charset="2"/>
        <a:buChar char="§"/>
        <a:defRPr sz="2000">
          <a:solidFill>
            <a:schemeClr val="tx1"/>
          </a:solidFill>
          <a:latin typeface="+mn-lt"/>
        </a:defRPr>
      </a:lvl6pPr>
      <a:lvl7pPr marL="2971800" indent="-228600" algn="l" rtl="0" fontAlgn="base">
        <a:spcBef>
          <a:spcPct val="20000"/>
        </a:spcBef>
        <a:spcAft>
          <a:spcPct val="0"/>
        </a:spcAft>
        <a:buFont typeface="Wingdings" panose="05000000000000000000" pitchFamily="2" charset="2"/>
        <a:buChar char="§"/>
        <a:defRPr sz="2000">
          <a:solidFill>
            <a:schemeClr val="tx1"/>
          </a:solidFill>
          <a:latin typeface="+mn-lt"/>
        </a:defRPr>
      </a:lvl7pPr>
      <a:lvl8pPr marL="3429000" indent="-228600" algn="l" rtl="0" fontAlgn="base">
        <a:spcBef>
          <a:spcPct val="20000"/>
        </a:spcBef>
        <a:spcAft>
          <a:spcPct val="0"/>
        </a:spcAft>
        <a:buFont typeface="Wingdings" panose="05000000000000000000" pitchFamily="2" charset="2"/>
        <a:buChar char="§"/>
        <a:defRPr sz="2000">
          <a:solidFill>
            <a:schemeClr val="tx1"/>
          </a:solidFill>
          <a:latin typeface="+mn-lt"/>
        </a:defRPr>
      </a:lvl8pPr>
      <a:lvl9pPr marL="3886200" indent="-228600" algn="l" rtl="0" fontAlgn="base">
        <a:spcBef>
          <a:spcPct val="20000"/>
        </a:spcBef>
        <a:spcAft>
          <a:spcPct val="0"/>
        </a:spcAft>
        <a:buFont typeface="Wingdings" panose="05000000000000000000" pitchFamily="2" charset="2"/>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FFFFFF"/>
            </a:gs>
          </a:gsLst>
          <a:lin ang="5400000" scaled="1"/>
          <a:tileRect/>
        </a:gradFill>
        <a:effectLst/>
      </p:bgPr>
    </p:bg>
    <p:spTree>
      <p:nvGrpSpPr>
        <p:cNvPr id="1" name=""/>
        <p:cNvGrpSpPr/>
        <p:nvPr/>
      </p:nvGrpSpPr>
      <p:grpSpPr/>
      <p:sp>
        <p:nvSpPr>
          <p:cNvPr id="1026" name="Rectangle 43"/>
          <p:cNvSpPr/>
          <p:nvPr/>
        </p:nvSpPr>
        <p:spPr>
          <a:xfrm>
            <a:off x="0" y="9525"/>
            <a:ext cx="9144000" cy="1028700"/>
          </a:xfrm>
          <a:prstGeom prst="rect">
            <a:avLst/>
          </a:prstGeom>
          <a:solidFill>
            <a:schemeClr val="tx1"/>
          </a:solidFill>
          <a:ln w="9525">
            <a:noFill/>
          </a:ln>
        </p:spPr>
        <p:txBody>
          <a:bodyPr wrap="none" anchor="ctr" anchorCtr="0"/>
          <a:p>
            <a:pPr lvl="0" algn="ctr" eaLnBrk="1" hangingPunct="1">
              <a:buNone/>
            </a:pPr>
            <a:endParaRPr lang="zh-CN" altLang="en-US" dirty="0">
              <a:latin typeface="Arial" panose="020B0604020202020204" pitchFamily="34" charset="0"/>
              <a:ea typeface="宋体" panose="02010600030101010101" pitchFamily="2" charset="-122"/>
            </a:endParaRPr>
          </a:p>
        </p:txBody>
      </p:sp>
      <p:sp>
        <p:nvSpPr>
          <p:cNvPr id="1027" name="Rectangle 44"/>
          <p:cNvSpPr/>
          <p:nvPr/>
        </p:nvSpPr>
        <p:spPr>
          <a:xfrm>
            <a:off x="1447800" y="0"/>
            <a:ext cx="7696200" cy="879475"/>
          </a:xfrm>
          <a:prstGeom prst="rect">
            <a:avLst/>
          </a:prstGeom>
          <a:solidFill>
            <a:schemeClr val="tx2"/>
          </a:solidFill>
          <a:ln w="9525">
            <a:noFill/>
          </a:ln>
        </p:spPr>
        <p:txBody>
          <a:bodyPr wrap="none" anchor="ctr" anchorCtr="0"/>
          <a:p>
            <a:pPr lvl="0" algn="ctr" eaLnBrk="1" hangingPunct="1">
              <a:buNone/>
            </a:pPr>
            <a:endParaRPr lang="zh-CN" altLang="en-US" dirty="0">
              <a:latin typeface="Arial" panose="020B0604020202020204" pitchFamily="34" charset="0"/>
              <a:ea typeface="宋体" panose="02010600030101010101" pitchFamily="2" charset="-122"/>
            </a:endParaRPr>
          </a:p>
        </p:txBody>
      </p:sp>
      <p:sp>
        <p:nvSpPr>
          <p:cNvPr id="1069" name="Rectangle 45"/>
          <p:cNvSpPr>
            <a:spLocks noChangeArrowheads="1"/>
          </p:cNvSpPr>
          <p:nvPr/>
        </p:nvSpPr>
        <p:spPr bwMode="gray">
          <a:xfrm>
            <a:off x="0" y="158750"/>
            <a:ext cx="9144000" cy="603250"/>
          </a:xfrm>
          <a:prstGeom prst="rect">
            <a:avLst/>
          </a:prstGeom>
          <a:gradFill rotWithShape="1">
            <a:gsLst>
              <a:gs pos="0">
                <a:schemeClr val="accent1">
                  <a:gamma/>
                  <a:shade val="46275"/>
                  <a:invGamma/>
                </a:schemeClr>
              </a:gs>
              <a:gs pos="100000">
                <a:schemeClr val="accent1"/>
              </a:gs>
            </a:gsLst>
            <a:lin ang="0" scaled="1"/>
          </a:gradFill>
          <a:ln w="9525">
            <a:solidFill>
              <a:schemeClr val="accent1"/>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71" name="Rectangle 47"/>
          <p:cNvSpPr>
            <a:spLocks noChangeArrowheads="1"/>
          </p:cNvSpPr>
          <p:nvPr/>
        </p:nvSpPr>
        <p:spPr bwMode="gray">
          <a:xfrm>
            <a:off x="0" y="1143000"/>
            <a:ext cx="228600" cy="5715000"/>
          </a:xfrm>
          <a:prstGeom prst="rect">
            <a:avLst/>
          </a:prstGeom>
          <a:gradFill rotWithShape="1">
            <a:gsLst>
              <a:gs pos="0">
                <a:schemeClr val="hlink"/>
              </a:gs>
              <a:gs pos="100000">
                <a:schemeClr val="hlink">
                  <a:gamma/>
                  <a:tint val="0"/>
                  <a:invGamma/>
                </a:schemeClr>
              </a:gs>
            </a:gsLst>
            <a:lin ang="5400000" scaled="1"/>
          </a:gradFill>
          <a:ln w="9525">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72" name="Rectangle 48"/>
          <p:cNvSpPr/>
          <p:nvPr/>
        </p:nvSpPr>
        <p:spPr>
          <a:xfrm>
            <a:off x="8686800" y="0"/>
            <a:ext cx="76200" cy="609600"/>
          </a:xfrm>
          <a:prstGeom prst="rect">
            <a:avLst/>
          </a:prstGeom>
          <a:solidFill>
            <a:schemeClr val="hlink"/>
          </a:solidFill>
          <a:ln w="9525">
            <a:noFill/>
          </a:ln>
        </p:spPr>
        <p:txBody>
          <a:bodyPr wrap="none" anchor="ctr" anchorCtr="0"/>
          <a:p>
            <a:pPr lvl="0" algn="ctr" eaLnBrk="1" hangingPunct="1">
              <a:buNone/>
            </a:pPr>
            <a:endParaRPr lang="zh-CN" altLang="en-US" dirty="0">
              <a:latin typeface="Arial" panose="020B0604020202020204" pitchFamily="34" charset="0"/>
              <a:ea typeface="宋体" panose="02010600030101010101" pitchFamily="2" charset="-122"/>
            </a:endParaRPr>
          </a:p>
        </p:txBody>
      </p:sp>
      <p:sp>
        <p:nvSpPr>
          <p:cNvPr id="1031" name="Rectangle 3"/>
          <p:cNvSpPr>
            <a:spLocks noGrp="1"/>
          </p:cNvSpPr>
          <p:nvPr>
            <p:ph type="body" idx="1"/>
          </p:nvPr>
        </p:nvSpPr>
        <p:spPr>
          <a:xfrm>
            <a:off x="457200" y="1371600"/>
            <a:ext cx="8229600" cy="5026025"/>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28" name="Rectangle 4"/>
          <p:cNvSpPr>
            <a:spLocks noGrp="1" noChangeArrowheads="1"/>
          </p:cNvSpPr>
          <p:nvPr>
            <p:ph type="dt" sz="half" idx="2"/>
          </p:nvPr>
        </p:nvSpPr>
        <p:spPr bwMode="gray">
          <a:xfrm>
            <a:off x="457200" y="6521450"/>
            <a:ext cx="2133600" cy="244475"/>
          </a:xfrm>
          <a:prstGeom prst="rect">
            <a:avLst/>
          </a:prstGeom>
          <a:noFill/>
          <a:ln w="9525">
            <a:noFill/>
            <a:miter lim="800000"/>
          </a:ln>
          <a:effectLst/>
        </p:spPr>
        <p:txBody>
          <a:bodyPr vert="horz" wrap="square" lIns="91440" tIns="45720" rIns="91440" bIns="45720" numCol="1" anchor="t" anchorCtr="0" compatLnSpc="1"/>
          <a:lstStyle>
            <a:lvl1pPr algn="l">
              <a:defRPr sz="1400">
                <a:solidFill>
                  <a:schemeClr val="accent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accent1"/>
              </a:solidFill>
              <a:effectLst/>
              <a:uLnTx/>
              <a:uFillTx/>
              <a:latin typeface="Arial" panose="020B0604020202020204" pitchFamily="34" charset="0"/>
              <a:ea typeface="宋体" panose="02010600030101010101" pitchFamily="2" charset="-122"/>
              <a:cs typeface="+mn-cs"/>
            </a:endParaRPr>
          </a:p>
        </p:txBody>
      </p:sp>
      <p:sp>
        <p:nvSpPr>
          <p:cNvPr id="1029" name="Rectangle 5"/>
          <p:cNvSpPr>
            <a:spLocks noGrp="1" noChangeArrowheads="1"/>
          </p:cNvSpPr>
          <p:nvPr>
            <p:ph type="ftr" sz="quarter" idx="3"/>
          </p:nvPr>
        </p:nvSpPr>
        <p:spPr bwMode="gray">
          <a:xfrm>
            <a:off x="3124200" y="6521450"/>
            <a:ext cx="2895600" cy="244475"/>
          </a:xfrm>
          <a:prstGeom prst="rect">
            <a:avLst/>
          </a:prstGeom>
          <a:noFill/>
          <a:ln w="9525">
            <a:noFill/>
            <a:miter lim="800000"/>
          </a:ln>
          <a:effectLst/>
        </p:spPr>
        <p:txBody>
          <a:bodyPr vert="horz" wrap="square" lIns="91440" tIns="45720" rIns="91440" bIns="45720" numCol="1" anchor="t" anchorCtr="0" compatLnSpc="1"/>
          <a:lstStyle>
            <a:lvl1pPr>
              <a:defRPr sz="1400">
                <a:solidFill>
                  <a:schemeClr val="accent1"/>
                </a:solidFill>
                <a:latin typeface="Arial" panose="020B060402020202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accent1"/>
              </a:solidFill>
              <a:effectLst/>
              <a:uLnTx/>
              <a:uFillTx/>
              <a:latin typeface="Arial" panose="020B0604020202020204" pitchFamily="34"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gray">
          <a:xfrm>
            <a:off x="6553200" y="6521450"/>
            <a:ext cx="2133600" cy="244475"/>
          </a:xfrm>
          <a:prstGeom prst="rect">
            <a:avLst/>
          </a:prstGeom>
          <a:noFill/>
          <a:ln w="9525">
            <a:noFill/>
            <a:miter lim="800000"/>
          </a:ln>
          <a:effectLst/>
        </p:spPr>
        <p:txBody>
          <a:bodyPr vert="horz" wrap="square" lIns="91440" tIns="45720" rIns="91440" bIns="45720" numCol="1" anchor="t" anchorCtr="0" compatLnSpc="1"/>
          <a:lstStyle>
            <a:lvl1pPr algn="r">
              <a:defRPr sz="1400">
                <a:solidFill>
                  <a:schemeClr val="accent1"/>
                </a:solidFill>
                <a:ea typeface="宋体" panose="02010600030101010101" pitchFamily="2" charset="-122"/>
              </a:defRPr>
            </a:lvl1pPr>
          </a:lstStyle>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1035" name="Rectangle 49"/>
          <p:cNvSpPr/>
          <p:nvPr/>
        </p:nvSpPr>
        <p:spPr>
          <a:xfrm>
            <a:off x="0" y="0"/>
            <a:ext cx="1447800" cy="1066800"/>
          </a:xfrm>
          <a:prstGeom prst="rect">
            <a:avLst/>
          </a:prstGeom>
          <a:solidFill>
            <a:schemeClr val="tx1"/>
          </a:solidFill>
          <a:ln w="9525">
            <a:noFill/>
          </a:ln>
        </p:spPr>
        <p:txBody>
          <a:bodyPr wrap="none" anchor="ctr" anchorCtr="0"/>
          <a:p>
            <a:pPr lvl="0" algn="ctr" eaLnBrk="1" hangingPunct="1">
              <a:buNone/>
            </a:pPr>
            <a:endParaRPr lang="zh-CN" altLang="en-US" dirty="0">
              <a:latin typeface="Arial" panose="020B0604020202020204" pitchFamily="34" charset="0"/>
              <a:ea typeface="宋体" panose="02010600030101010101" pitchFamily="2" charset="-122"/>
            </a:endParaRPr>
          </a:p>
        </p:txBody>
      </p:sp>
      <p:pic>
        <p:nvPicPr>
          <p:cNvPr id="1036" name="Picture 41"/>
          <p:cNvPicPr>
            <a:picLocks noChangeAspect="1"/>
          </p:cNvPicPr>
          <p:nvPr/>
        </p:nvPicPr>
        <p:blipFill>
          <a:blip r:embed="rId13"/>
          <a:stretch>
            <a:fillRect/>
          </a:stretch>
        </p:blipFill>
        <p:spPr>
          <a:xfrm>
            <a:off x="0" y="0"/>
            <a:ext cx="1243013" cy="1038225"/>
          </a:xfrm>
          <a:prstGeom prst="rect">
            <a:avLst/>
          </a:prstGeom>
          <a:noFill/>
          <a:ln w="9525">
            <a:noFill/>
          </a:ln>
        </p:spPr>
      </p:pic>
      <p:sp>
        <p:nvSpPr>
          <p:cNvPr id="1037" name="Rectangle 46"/>
          <p:cNvSpPr/>
          <p:nvPr/>
        </p:nvSpPr>
        <p:spPr>
          <a:xfrm>
            <a:off x="0" y="1035050"/>
            <a:ext cx="1447800" cy="228600"/>
          </a:xfrm>
          <a:prstGeom prst="rect">
            <a:avLst/>
          </a:prstGeom>
          <a:solidFill>
            <a:schemeClr val="accent1"/>
          </a:solidFill>
          <a:ln w="9525">
            <a:noFill/>
          </a:ln>
        </p:spPr>
        <p:txBody>
          <a:bodyPr wrap="none" anchor="ctr" anchorCtr="0"/>
          <a:p>
            <a:pPr lvl="0" algn="ctr" eaLnBrk="1" hangingPunct="1">
              <a:buNone/>
            </a:pPr>
            <a:endParaRPr lang="zh-CN" altLang="en-US" dirty="0">
              <a:latin typeface="Arial" panose="020B0604020202020204" pitchFamily="34" charset="0"/>
              <a:ea typeface="宋体" panose="02010600030101010101" pitchFamily="2" charset="-122"/>
            </a:endParaRPr>
          </a:p>
        </p:txBody>
      </p:sp>
      <p:sp>
        <p:nvSpPr>
          <p:cNvPr id="1038" name="Rectangle 50"/>
          <p:cNvSpPr>
            <a:spLocks noGrp="1"/>
          </p:cNvSpPr>
          <p:nvPr>
            <p:ph type="title"/>
          </p:nvPr>
        </p:nvSpPr>
        <p:spPr>
          <a:xfrm>
            <a:off x="1447800" y="206375"/>
            <a:ext cx="6858000" cy="533400"/>
          </a:xfrm>
          <a:prstGeom prst="rect">
            <a:avLst/>
          </a:prstGeom>
          <a:noFill/>
          <a:ln w="9525">
            <a:noFill/>
          </a:ln>
        </p:spPr>
        <p:txBody>
          <a:bodyPr anchor="ctr" anchorCtr="0"/>
          <a:p>
            <a:pPr lvl="0"/>
            <a:r>
              <a:rPr lang="zh-CN" altLang="en-US" dirty="0"/>
              <a:t>单击此处编辑母版标题样式</a:t>
            </a:r>
            <a:endParaRPr lang="zh-CN" altLang="en-US" dirty="0"/>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69"/>
                                        </p:tgtEl>
                                        <p:attrNameLst>
                                          <p:attrName>style.visibility</p:attrName>
                                        </p:attrNameLst>
                                      </p:cBhvr>
                                      <p:to>
                                        <p:strVal val="visible"/>
                                      </p:to>
                                    </p:set>
                                    <p:animEffect transition="in" filter="wipe(left)">
                                      <p:cBhvr>
                                        <p:cTn id="7" dur="500"/>
                                        <p:tgtEl>
                                          <p:spTgt spid="1069"/>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072"/>
                                        </p:tgtEl>
                                        <p:attrNameLst>
                                          <p:attrName>style.visibility</p:attrName>
                                        </p:attrNameLst>
                                      </p:cBhvr>
                                      <p:to>
                                        <p:strVal val="visible"/>
                                      </p:to>
                                    </p:set>
                                    <p:animEffect transition="in" filter="wipe(up)">
                                      <p:cBhvr>
                                        <p:cTn id="11" dur="500"/>
                                        <p:tgtEl>
                                          <p:spTgt spid="10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9" grpId="0" bldLvl="0" animBg="1"/>
      <p:bldP spid="1072" grpId="0" bldLvl="0" animBg="1"/>
    </p:bldLst>
  </p:timing>
  <p:hf sldNum="0" hdr="0" ftr="0" dt="0"/>
  <p:txStyles>
    <p:titleStyle>
      <a:lvl1pPr algn="ctr" rtl="0" eaLnBrk="0" fontAlgn="base" hangingPunct="0">
        <a:spcBef>
          <a:spcPct val="0"/>
        </a:spcBef>
        <a:spcAft>
          <a:spcPct val="0"/>
        </a:spcAft>
        <a:defRPr sz="3600">
          <a:solidFill>
            <a:schemeClr val="bg1"/>
          </a:solidFill>
          <a:latin typeface="+mj-lt"/>
          <a:ea typeface="+mj-ea"/>
          <a:cs typeface="+mj-cs"/>
        </a:defRPr>
      </a:lvl1pPr>
      <a:lvl2pPr algn="ctr" rtl="0" eaLnBrk="0" fontAlgn="base" hangingPunct="0">
        <a:spcBef>
          <a:spcPct val="0"/>
        </a:spcBef>
        <a:spcAft>
          <a:spcPct val="0"/>
        </a:spcAft>
        <a:defRPr sz="3600">
          <a:solidFill>
            <a:schemeClr val="bg1"/>
          </a:solidFill>
          <a:latin typeface="Arial" panose="020B0604020202020204" pitchFamily="34" charset="0"/>
        </a:defRPr>
      </a:lvl2pPr>
      <a:lvl3pPr algn="ctr" rtl="0" eaLnBrk="0" fontAlgn="base" hangingPunct="0">
        <a:spcBef>
          <a:spcPct val="0"/>
        </a:spcBef>
        <a:spcAft>
          <a:spcPct val="0"/>
        </a:spcAft>
        <a:defRPr sz="3600">
          <a:solidFill>
            <a:schemeClr val="bg1"/>
          </a:solidFill>
          <a:latin typeface="Arial" panose="020B0604020202020204" pitchFamily="34" charset="0"/>
        </a:defRPr>
      </a:lvl3pPr>
      <a:lvl4pPr algn="ctr" rtl="0" eaLnBrk="0" fontAlgn="base" hangingPunct="0">
        <a:spcBef>
          <a:spcPct val="0"/>
        </a:spcBef>
        <a:spcAft>
          <a:spcPct val="0"/>
        </a:spcAft>
        <a:defRPr sz="3600">
          <a:solidFill>
            <a:schemeClr val="bg1"/>
          </a:solidFill>
          <a:latin typeface="Arial" panose="020B0604020202020204" pitchFamily="34" charset="0"/>
        </a:defRPr>
      </a:lvl4pPr>
      <a:lvl5pPr algn="ctr" rtl="0" eaLnBrk="0" fontAlgn="base" hangingPunct="0">
        <a:spcBef>
          <a:spcPct val="0"/>
        </a:spcBef>
        <a:spcAft>
          <a:spcPct val="0"/>
        </a:spcAft>
        <a:defRPr sz="3600">
          <a:solidFill>
            <a:schemeClr val="bg1"/>
          </a:solidFill>
          <a:latin typeface="Arial" panose="020B0604020202020204" pitchFamily="34" charset="0"/>
        </a:defRPr>
      </a:lvl5pPr>
      <a:lvl6pPr marL="457200" algn="ctr" rtl="0" fontAlgn="base">
        <a:spcBef>
          <a:spcPct val="0"/>
        </a:spcBef>
        <a:spcAft>
          <a:spcPct val="0"/>
        </a:spcAft>
        <a:defRPr sz="3600">
          <a:solidFill>
            <a:schemeClr val="bg1"/>
          </a:solidFill>
          <a:latin typeface="Arial" panose="020B0604020202020204" pitchFamily="34" charset="0"/>
        </a:defRPr>
      </a:lvl6pPr>
      <a:lvl7pPr marL="914400" algn="ctr" rtl="0" fontAlgn="base">
        <a:spcBef>
          <a:spcPct val="0"/>
        </a:spcBef>
        <a:spcAft>
          <a:spcPct val="0"/>
        </a:spcAft>
        <a:defRPr sz="3600">
          <a:solidFill>
            <a:schemeClr val="bg1"/>
          </a:solidFill>
          <a:latin typeface="Arial" panose="020B0604020202020204" pitchFamily="34" charset="0"/>
        </a:defRPr>
      </a:lvl7pPr>
      <a:lvl8pPr marL="1371600" algn="ctr" rtl="0" fontAlgn="base">
        <a:spcBef>
          <a:spcPct val="0"/>
        </a:spcBef>
        <a:spcAft>
          <a:spcPct val="0"/>
        </a:spcAft>
        <a:defRPr sz="3600">
          <a:solidFill>
            <a:schemeClr val="bg1"/>
          </a:solidFill>
          <a:latin typeface="Arial" panose="020B0604020202020204" pitchFamily="34" charset="0"/>
        </a:defRPr>
      </a:lvl8pPr>
      <a:lvl9pPr marL="1828800" algn="ctr" rtl="0" fontAlgn="base">
        <a:spcBef>
          <a:spcPct val="0"/>
        </a:spcBef>
        <a:spcAft>
          <a:spcPct val="0"/>
        </a:spcAft>
        <a:defRPr sz="3600">
          <a:solidFill>
            <a:schemeClr val="bg1"/>
          </a:solidFill>
          <a:latin typeface="Arial" panose="020B0604020202020204" pitchFamily="34" charset="0"/>
        </a:defRPr>
      </a:lvl9pPr>
    </p:titleStyle>
    <p:bodyStyle>
      <a:lvl1pPr marL="342900" indent="-342900" algn="l" rtl="0" eaLnBrk="0" fontAlgn="base" hangingPunct="0">
        <a:spcBef>
          <a:spcPct val="20000"/>
        </a:spcBef>
        <a:spcAft>
          <a:spcPct val="0"/>
        </a:spcAft>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50000"/>
        <a:buFont typeface="Wingdings 2" panose="05020102010507070707" pitchFamily="18" charset="2"/>
        <a:buChar char=""/>
        <a:defRPr sz="2800">
          <a:solidFill>
            <a:schemeClr val="tx1"/>
          </a:solidFill>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latin typeface="+mn-lt"/>
        </a:defRPr>
      </a:lvl3pPr>
      <a:lvl4pPr marL="1600200" indent="-228600" algn="l" rtl="0" eaLnBrk="0" fontAlgn="base" hangingPunct="0">
        <a:spcBef>
          <a:spcPct val="20000"/>
        </a:spcBef>
        <a:spcAft>
          <a:spcPct val="0"/>
        </a:spcAft>
        <a:buClr>
          <a:schemeClr val="folHlink"/>
        </a:buClr>
        <a:buSzPct val="60000"/>
        <a:buFont typeface="Wingdings 2" panose="05020102010507070707" pitchFamily="18" charset="2"/>
        <a:buChar char=""/>
        <a:defRPr sz="2000">
          <a:solidFill>
            <a:schemeClr val="tx1"/>
          </a:solidFill>
          <a:latin typeface="+mn-lt"/>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1"/>
          </a:solidFill>
          <a:latin typeface="+mn-lt"/>
        </a:defRPr>
      </a:lvl5pPr>
      <a:lvl6pPr marL="2514600" indent="-228600" algn="l" rtl="0" fontAlgn="base">
        <a:spcBef>
          <a:spcPct val="20000"/>
        </a:spcBef>
        <a:spcAft>
          <a:spcPct val="0"/>
        </a:spcAft>
        <a:buFont typeface="Wingdings" panose="05000000000000000000" pitchFamily="2" charset="2"/>
        <a:buChar char="§"/>
        <a:defRPr sz="2000">
          <a:solidFill>
            <a:schemeClr val="tx1"/>
          </a:solidFill>
          <a:latin typeface="+mn-lt"/>
        </a:defRPr>
      </a:lvl6pPr>
      <a:lvl7pPr marL="2971800" indent="-228600" algn="l" rtl="0" fontAlgn="base">
        <a:spcBef>
          <a:spcPct val="20000"/>
        </a:spcBef>
        <a:spcAft>
          <a:spcPct val="0"/>
        </a:spcAft>
        <a:buFont typeface="Wingdings" panose="05000000000000000000" pitchFamily="2" charset="2"/>
        <a:buChar char="§"/>
        <a:defRPr sz="2000">
          <a:solidFill>
            <a:schemeClr val="tx1"/>
          </a:solidFill>
          <a:latin typeface="+mn-lt"/>
        </a:defRPr>
      </a:lvl7pPr>
      <a:lvl8pPr marL="3429000" indent="-228600" algn="l" rtl="0" fontAlgn="base">
        <a:spcBef>
          <a:spcPct val="20000"/>
        </a:spcBef>
        <a:spcAft>
          <a:spcPct val="0"/>
        </a:spcAft>
        <a:buFont typeface="Wingdings" panose="05000000000000000000" pitchFamily="2" charset="2"/>
        <a:buChar char="§"/>
        <a:defRPr sz="2000">
          <a:solidFill>
            <a:schemeClr val="tx1"/>
          </a:solidFill>
          <a:latin typeface="+mn-lt"/>
        </a:defRPr>
      </a:lvl8pPr>
      <a:lvl9pPr marL="3886200" indent="-228600" algn="l" rtl="0" fontAlgn="base">
        <a:spcBef>
          <a:spcPct val="20000"/>
        </a:spcBef>
        <a:spcAft>
          <a:spcPct val="0"/>
        </a:spcAft>
        <a:buFont typeface="Wingdings" panose="05000000000000000000" pitchFamily="2" charset="2"/>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
            </p:custDataLst>
          </p:nvPr>
        </p:nvSpPr>
        <p:spPr>
          <a:xfrm>
            <a:off x="521970" y="1127250"/>
            <a:ext cx="8100000" cy="54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3"/>
            </p:custDataLst>
          </p:nvPr>
        </p:nvSpPr>
        <p:spPr>
          <a:xfrm>
            <a:off x="521970" y="1833562"/>
            <a:ext cx="8100000" cy="3655219"/>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4"/>
            </p:custDataLst>
          </p:nvPr>
        </p:nvSpPr>
        <p:spPr>
          <a:xfrm>
            <a:off x="521970" y="5624513"/>
            <a:ext cx="2057400" cy="273844"/>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5"/>
            </p:custDataLst>
          </p:nvPr>
        </p:nvSpPr>
        <p:spPr>
          <a:xfrm>
            <a:off x="3028950" y="5624513"/>
            <a:ext cx="3086100" cy="273844"/>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6"/>
            </p:custDataLst>
          </p:nvPr>
        </p:nvSpPr>
        <p:spPr>
          <a:xfrm>
            <a:off x="6565487" y="5624513"/>
            <a:ext cx="2057400" cy="273844"/>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51" name="任意多边形: 形状 126"/>
          <p:cNvSpPr/>
          <p:nvPr userDrawn="1">
            <p:custDataLst>
              <p:tags r:id="rId7"/>
            </p:custDataLst>
          </p:nvPr>
        </p:nvSpPr>
        <p:spPr>
          <a:xfrm>
            <a:off x="5353526" y="857250"/>
            <a:ext cx="1765459" cy="2038350"/>
          </a:xfrm>
          <a:custGeom>
            <a:avLst/>
            <a:gdLst>
              <a:gd name="connsiteX0" fmla="*/ 1987138 w 1987138"/>
              <a:gd name="connsiteY0" fmla="*/ 1720905 h 2294518"/>
              <a:gd name="connsiteX1" fmla="*/ 993569 w 1987138"/>
              <a:gd name="connsiteY1" fmla="*/ 2294519 h 2294518"/>
              <a:gd name="connsiteX2" fmla="*/ 0 w 1987138"/>
              <a:gd name="connsiteY2" fmla="*/ 1720905 h 2294518"/>
              <a:gd name="connsiteX3" fmla="*/ 0 w 1987138"/>
              <a:gd name="connsiteY3" fmla="*/ 573614 h 2294518"/>
              <a:gd name="connsiteX4" fmla="*/ 993569 w 1987138"/>
              <a:gd name="connsiteY4" fmla="*/ 0 h 2294518"/>
              <a:gd name="connsiteX5" fmla="*/ 1987138 w 1987138"/>
              <a:gd name="connsiteY5" fmla="*/ 573614 h 2294518"/>
              <a:gd name="connsiteX6" fmla="*/ 1987138 w 1987138"/>
              <a:gd name="connsiteY6" fmla="*/ 1720905 h 2294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87138" h="2294518">
                <a:moveTo>
                  <a:pt x="1987138" y="1720905"/>
                </a:moveTo>
                <a:lnTo>
                  <a:pt x="993569" y="2294519"/>
                </a:lnTo>
                <a:lnTo>
                  <a:pt x="0" y="1720905"/>
                </a:lnTo>
                <a:lnTo>
                  <a:pt x="0" y="573614"/>
                </a:lnTo>
                <a:lnTo>
                  <a:pt x="993569" y="0"/>
                </a:lnTo>
                <a:lnTo>
                  <a:pt x="1987138" y="573614"/>
                </a:lnTo>
                <a:lnTo>
                  <a:pt x="1987138" y="1720905"/>
                </a:lnTo>
                <a:close/>
              </a:path>
            </a:pathLst>
          </a:custGeom>
          <a:gradFill>
            <a:gsLst>
              <a:gs pos="100000">
                <a:schemeClr val="accent1">
                  <a:lumMod val="40000"/>
                  <a:lumOff val="60000"/>
                  <a:alpha val="9000"/>
                </a:schemeClr>
              </a:gs>
              <a:gs pos="0">
                <a:schemeClr val="accent1">
                  <a:lumMod val="20000"/>
                  <a:lumOff val="80000"/>
                  <a:alpha val="0"/>
                </a:schemeClr>
              </a:gs>
            </a:gsLst>
            <a:lin ang="120000" scaled="0"/>
          </a:gradFill>
          <a:ln w="6465" cap="flat">
            <a:noFill/>
            <a:prstDash val="solid"/>
            <a:miter/>
          </a:ln>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cs typeface="汉仪雅酷黑-95J" panose="00020600040101010101" charset="-122"/>
            </a:endParaRPr>
          </a:p>
        </p:txBody>
      </p:sp>
      <p:sp>
        <p:nvSpPr>
          <p:cNvPr id="52" name="任意多边形: 形状 129"/>
          <p:cNvSpPr/>
          <p:nvPr userDrawn="1">
            <p:custDataLst>
              <p:tags r:id="rId8"/>
            </p:custDataLst>
          </p:nvPr>
        </p:nvSpPr>
        <p:spPr>
          <a:xfrm>
            <a:off x="7933849" y="4419124"/>
            <a:ext cx="1184434" cy="1367790"/>
          </a:xfrm>
          <a:custGeom>
            <a:avLst/>
            <a:gdLst>
              <a:gd name="connsiteX0" fmla="*/ 1211602 w 1211601"/>
              <a:gd name="connsiteY0" fmla="*/ 1049274 h 1399031"/>
              <a:gd name="connsiteX1" fmla="*/ 605833 w 1211601"/>
              <a:gd name="connsiteY1" fmla="*/ 1399032 h 1399031"/>
              <a:gd name="connsiteX2" fmla="*/ 0 w 1211601"/>
              <a:gd name="connsiteY2" fmla="*/ 1049274 h 1399031"/>
              <a:gd name="connsiteX3" fmla="*/ 0 w 1211601"/>
              <a:gd name="connsiteY3" fmla="*/ 349758 h 1399031"/>
              <a:gd name="connsiteX4" fmla="*/ 605833 w 1211601"/>
              <a:gd name="connsiteY4" fmla="*/ 0 h 1399031"/>
              <a:gd name="connsiteX5" fmla="*/ 1211602 w 1211601"/>
              <a:gd name="connsiteY5" fmla="*/ 349758 h 1399031"/>
              <a:gd name="connsiteX6" fmla="*/ 1211602 w 1211601"/>
              <a:gd name="connsiteY6" fmla="*/ 1049274 h 1399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1601" h="1399031">
                <a:moveTo>
                  <a:pt x="1211602" y="1049274"/>
                </a:moveTo>
                <a:lnTo>
                  <a:pt x="605833" y="1399032"/>
                </a:lnTo>
                <a:lnTo>
                  <a:pt x="0" y="1049274"/>
                </a:lnTo>
                <a:lnTo>
                  <a:pt x="0" y="349758"/>
                </a:lnTo>
                <a:lnTo>
                  <a:pt x="605833" y="0"/>
                </a:lnTo>
                <a:lnTo>
                  <a:pt x="1211602" y="349758"/>
                </a:lnTo>
                <a:lnTo>
                  <a:pt x="1211602" y="1049274"/>
                </a:lnTo>
                <a:close/>
              </a:path>
            </a:pathLst>
          </a:custGeom>
          <a:gradFill>
            <a:gsLst>
              <a:gs pos="0">
                <a:schemeClr val="accent1">
                  <a:lumMod val="40000"/>
                  <a:lumOff val="60000"/>
                  <a:alpha val="25000"/>
                </a:schemeClr>
              </a:gs>
              <a:gs pos="100000">
                <a:schemeClr val="accent1">
                  <a:lumMod val="20000"/>
                  <a:lumOff val="80000"/>
                  <a:alpha val="0"/>
                </a:schemeClr>
              </a:gs>
            </a:gsLst>
            <a:lin ang="5400000" scaled="0"/>
          </a:gradFill>
          <a:ln w="6465" cap="flat">
            <a:noFill/>
            <a:prstDash val="solid"/>
            <a:miter/>
          </a:ln>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sz="1350">
              <a:cs typeface="汉仪雅酷黑-95J" panose="00020600040101010101" charset="-122"/>
              <a:sym typeface="+mn-ea"/>
            </a:endParaRPr>
          </a:p>
        </p:txBody>
      </p:sp>
      <p:sp>
        <p:nvSpPr>
          <p:cNvPr id="54" name="任意多边形: 形状 129"/>
          <p:cNvSpPr/>
          <p:nvPr userDrawn="1">
            <p:custDataLst>
              <p:tags r:id="rId9"/>
            </p:custDataLst>
          </p:nvPr>
        </p:nvSpPr>
        <p:spPr>
          <a:xfrm>
            <a:off x="7530465" y="4999673"/>
            <a:ext cx="866775" cy="1000601"/>
          </a:xfrm>
          <a:custGeom>
            <a:avLst/>
            <a:gdLst>
              <a:gd name="connsiteX0" fmla="*/ 1211602 w 1211601"/>
              <a:gd name="connsiteY0" fmla="*/ 1049274 h 1399031"/>
              <a:gd name="connsiteX1" fmla="*/ 605833 w 1211601"/>
              <a:gd name="connsiteY1" fmla="*/ 1399032 h 1399031"/>
              <a:gd name="connsiteX2" fmla="*/ 0 w 1211601"/>
              <a:gd name="connsiteY2" fmla="*/ 1049274 h 1399031"/>
              <a:gd name="connsiteX3" fmla="*/ 0 w 1211601"/>
              <a:gd name="connsiteY3" fmla="*/ 349758 h 1399031"/>
              <a:gd name="connsiteX4" fmla="*/ 605833 w 1211601"/>
              <a:gd name="connsiteY4" fmla="*/ 0 h 1399031"/>
              <a:gd name="connsiteX5" fmla="*/ 1211602 w 1211601"/>
              <a:gd name="connsiteY5" fmla="*/ 349758 h 1399031"/>
              <a:gd name="connsiteX6" fmla="*/ 1211602 w 1211601"/>
              <a:gd name="connsiteY6" fmla="*/ 1049274 h 1399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1601" h="1399031">
                <a:moveTo>
                  <a:pt x="1211602" y="1049274"/>
                </a:moveTo>
                <a:lnTo>
                  <a:pt x="605833" y="1399032"/>
                </a:lnTo>
                <a:lnTo>
                  <a:pt x="0" y="1049274"/>
                </a:lnTo>
                <a:lnTo>
                  <a:pt x="0" y="349758"/>
                </a:lnTo>
                <a:lnTo>
                  <a:pt x="605833" y="0"/>
                </a:lnTo>
                <a:lnTo>
                  <a:pt x="1211602" y="349758"/>
                </a:lnTo>
                <a:lnTo>
                  <a:pt x="1211602" y="1049274"/>
                </a:lnTo>
                <a:close/>
              </a:path>
            </a:pathLst>
          </a:custGeom>
          <a:gradFill>
            <a:gsLst>
              <a:gs pos="0">
                <a:schemeClr val="accent1">
                  <a:lumMod val="40000"/>
                  <a:lumOff val="60000"/>
                  <a:alpha val="25000"/>
                </a:schemeClr>
              </a:gs>
              <a:gs pos="100000">
                <a:schemeClr val="accent1">
                  <a:lumMod val="20000"/>
                  <a:lumOff val="80000"/>
                  <a:alpha val="0"/>
                </a:schemeClr>
              </a:gs>
            </a:gsLst>
            <a:lin ang="5400000" scaled="0"/>
          </a:gradFill>
          <a:ln w="6465" cap="flat">
            <a:noFill/>
            <a:prstDash val="solid"/>
            <a:miter/>
          </a:ln>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sz="1350">
              <a:cs typeface="汉仪雅酷黑-95J" panose="00020600040101010101" charset="-122"/>
              <a:sym typeface="+mn-ea"/>
            </a:endParaRPr>
          </a:p>
        </p:txBody>
      </p:sp>
      <p:sp>
        <p:nvSpPr>
          <p:cNvPr id="59" name="任意多边形: 形状 183"/>
          <p:cNvSpPr/>
          <p:nvPr userDrawn="1">
            <p:custDataLst>
              <p:tags r:id="rId10"/>
            </p:custDataLst>
          </p:nvPr>
        </p:nvSpPr>
        <p:spPr>
          <a:xfrm rot="10800000">
            <a:off x="0" y="3910013"/>
            <a:ext cx="2462689" cy="2090738"/>
          </a:xfrm>
          <a:custGeom>
            <a:avLst/>
            <a:gdLst>
              <a:gd name="connsiteX0" fmla="*/ 2672410 w 2672410"/>
              <a:gd name="connsiteY0" fmla="*/ 0 h 2094585"/>
              <a:gd name="connsiteX1" fmla="*/ 2672410 w 2672410"/>
              <a:gd name="connsiteY1" fmla="*/ 1323137 h 2094585"/>
              <a:gd name="connsiteX2" fmla="*/ 1336243 w 2672410"/>
              <a:gd name="connsiteY2" fmla="*/ 2094586 h 2094585"/>
              <a:gd name="connsiteX3" fmla="*/ 0 w 2672410"/>
              <a:gd name="connsiteY3" fmla="*/ 1323137 h 2094585"/>
              <a:gd name="connsiteX4" fmla="*/ 0 w 2672410"/>
              <a:gd name="connsiteY4" fmla="*/ 0 h 2094585"/>
              <a:gd name="connsiteX5" fmla="*/ 2672410 w 2672410"/>
              <a:gd name="connsiteY5" fmla="*/ 0 h 2094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71" h="4390">
                <a:moveTo>
                  <a:pt x="1712" y="0"/>
                </a:moveTo>
                <a:lnTo>
                  <a:pt x="1712" y="848"/>
                </a:lnTo>
                <a:lnTo>
                  <a:pt x="856" y="1342"/>
                </a:lnTo>
                <a:lnTo>
                  <a:pt x="0" y="848"/>
                </a:lnTo>
                <a:lnTo>
                  <a:pt x="0" y="0"/>
                </a:lnTo>
                <a:lnTo>
                  <a:pt x="1712" y="0"/>
                </a:lnTo>
                <a:close/>
                <a:moveTo>
                  <a:pt x="879" y="2371"/>
                </a:moveTo>
                <a:lnTo>
                  <a:pt x="879" y="1382"/>
                </a:lnTo>
                <a:lnTo>
                  <a:pt x="1735" y="888"/>
                </a:lnTo>
                <a:lnTo>
                  <a:pt x="2591" y="1382"/>
                </a:lnTo>
                <a:lnTo>
                  <a:pt x="2591" y="2371"/>
                </a:lnTo>
                <a:lnTo>
                  <a:pt x="1735" y="2865"/>
                </a:lnTo>
                <a:lnTo>
                  <a:pt x="879" y="2371"/>
                </a:lnTo>
                <a:close/>
                <a:moveTo>
                  <a:pt x="3470" y="0"/>
                </a:moveTo>
                <a:lnTo>
                  <a:pt x="3470" y="848"/>
                </a:lnTo>
                <a:lnTo>
                  <a:pt x="2614" y="1342"/>
                </a:lnTo>
                <a:lnTo>
                  <a:pt x="1758" y="848"/>
                </a:lnTo>
                <a:lnTo>
                  <a:pt x="1758" y="0"/>
                </a:lnTo>
                <a:lnTo>
                  <a:pt x="3470" y="0"/>
                </a:lnTo>
                <a:close/>
                <a:moveTo>
                  <a:pt x="2637" y="2371"/>
                </a:moveTo>
                <a:lnTo>
                  <a:pt x="2637" y="1382"/>
                </a:lnTo>
                <a:lnTo>
                  <a:pt x="3493" y="888"/>
                </a:lnTo>
                <a:lnTo>
                  <a:pt x="4349" y="1382"/>
                </a:lnTo>
                <a:lnTo>
                  <a:pt x="4349" y="2371"/>
                </a:lnTo>
                <a:lnTo>
                  <a:pt x="3493" y="2865"/>
                </a:lnTo>
                <a:lnTo>
                  <a:pt x="2637" y="2371"/>
                </a:lnTo>
                <a:close/>
                <a:moveTo>
                  <a:pt x="5171" y="0"/>
                </a:moveTo>
                <a:lnTo>
                  <a:pt x="5171" y="880"/>
                </a:lnTo>
                <a:lnTo>
                  <a:pt x="4372" y="1342"/>
                </a:lnTo>
                <a:lnTo>
                  <a:pt x="3516" y="848"/>
                </a:lnTo>
                <a:lnTo>
                  <a:pt x="3516" y="0"/>
                </a:lnTo>
                <a:lnTo>
                  <a:pt x="5171" y="0"/>
                </a:lnTo>
                <a:close/>
                <a:moveTo>
                  <a:pt x="5171" y="935"/>
                </a:moveTo>
                <a:lnTo>
                  <a:pt x="5171" y="2819"/>
                </a:lnTo>
                <a:lnTo>
                  <a:pt x="4395" y="2371"/>
                </a:lnTo>
                <a:lnTo>
                  <a:pt x="4395" y="1383"/>
                </a:lnTo>
                <a:lnTo>
                  <a:pt x="5171" y="935"/>
                </a:lnTo>
                <a:close/>
                <a:moveTo>
                  <a:pt x="5171" y="2874"/>
                </a:moveTo>
                <a:lnTo>
                  <a:pt x="5171" y="3929"/>
                </a:lnTo>
                <a:lnTo>
                  <a:pt x="4372" y="4390"/>
                </a:lnTo>
                <a:lnTo>
                  <a:pt x="3516" y="3896"/>
                </a:lnTo>
                <a:lnTo>
                  <a:pt x="3516" y="2907"/>
                </a:lnTo>
                <a:lnTo>
                  <a:pt x="4372" y="2413"/>
                </a:lnTo>
                <a:lnTo>
                  <a:pt x="5171" y="2874"/>
                </a:lnTo>
                <a:close/>
              </a:path>
            </a:pathLst>
          </a:custGeom>
          <a:gradFill>
            <a:gsLst>
              <a:gs pos="100000">
                <a:schemeClr val="accent1">
                  <a:lumMod val="40000"/>
                  <a:lumOff val="60000"/>
                  <a:alpha val="9000"/>
                </a:schemeClr>
              </a:gs>
              <a:gs pos="23000">
                <a:schemeClr val="accent1">
                  <a:lumMod val="20000"/>
                  <a:lumOff val="80000"/>
                  <a:alpha val="0"/>
                </a:schemeClr>
              </a:gs>
            </a:gsLst>
            <a:lin ang="18900000" scaled="0"/>
          </a:gradFill>
          <a:ln w="6465" cap="flat">
            <a:noFill/>
            <a:prstDash val="solid"/>
            <a:miter/>
          </a:ln>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sz="1350">
              <a:cs typeface="汉仪雅酷黑-95J" panose="00020600040101010101" charset="-122"/>
              <a:sym typeface="+mn-ea"/>
            </a:endParaRPr>
          </a:p>
        </p:txBody>
      </p:sp>
      <p:sp>
        <p:nvSpPr>
          <p:cNvPr id="8" name="KSO_TEMPLATE" hidden="1"/>
          <p:cNvSpPr/>
          <p:nvPr userDrawn="1">
            <p:custDataLst>
              <p:tags r:id="rId11"/>
            </p:custDataLst>
          </p:nvPr>
        </p:nvSpPr>
        <p:spPr>
          <a:xfrm>
            <a:off x="0" y="85725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Tree>
  </p:cSld>
  <p:clrMap bg1="dk1" tx1="lt1" bg2="dk2" tx2="lt2" accent1="accent1" accent2="accent2" accent3="accent3" accent4="accent4" accent5="accent5" accent6="accent6" hlink="hlink" folHlink="folHlink"/>
  <p:sldLayoutIdLst>
    <p:sldLayoutId id="2147483675" r:id="rId1"/>
  </p:sldLayoutIdLst>
  <p:txStyles>
    <p:titleStyle>
      <a:lvl1pPr algn="l" defTabSz="914400"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5.xml"/><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image" Target="../media/image8.jpeg"/><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hyperlink" Target="Samples\Task%20I\Business_Letter_Templates.pdf"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Samples\Task%20I\Sample%203.pdf" TargetMode="External"/><Relationship Id="rId1" Type="http://schemas.openxmlformats.org/officeDocument/2006/relationships/hyperlink" Target="letter.pdf"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Samples\Task%20IV\Samples.pdf"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098" name="Picture 4" descr="课本图片"/>
          <p:cNvPicPr>
            <a:picLocks noChangeAspect="1"/>
          </p:cNvPicPr>
          <p:nvPr/>
        </p:nvPicPr>
        <p:blipFill>
          <a:blip r:embed="rId1"/>
          <a:srcRect l="12035" r="12035"/>
          <a:stretch>
            <a:fillRect/>
          </a:stretch>
        </p:blipFill>
        <p:spPr>
          <a:xfrm>
            <a:off x="0" y="0"/>
            <a:ext cx="9144000" cy="6858000"/>
          </a:xfrm>
          <a:prstGeom prst="rect">
            <a:avLst/>
          </a:prstGeom>
          <a:noFill/>
          <a:ln w="9525">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6"/>
          <p:cNvSpPr/>
          <p:nvPr/>
        </p:nvSpPr>
        <p:spPr>
          <a:xfrm>
            <a:off x="3203575" y="333375"/>
            <a:ext cx="5689600" cy="325438"/>
          </a:xfrm>
          <a:prstGeom prst="rect">
            <a:avLst/>
          </a:prstGeom>
          <a:noFill/>
          <a:ln w="9525">
            <a:noFill/>
          </a:ln>
        </p:spPr>
        <p:txBody>
          <a:bodyPr anchor="ctr" anchorCtr="0"/>
          <a:lstStyle>
            <a:lvl1pPr marL="342900" indent="-342900" algn="l" rtl="0" eaLnBrk="0" fontAlgn="base" hangingPunct="0">
              <a:spcBef>
                <a:spcPct val="20000"/>
              </a:spcBef>
              <a:spcAft>
                <a:spcPct val="0"/>
              </a:spcAft>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50000"/>
              <a:buFont typeface="Wingdings 2" panose="05020102010507070707" pitchFamily="18" charset="2"/>
              <a:buChar char=""/>
              <a:defRPr sz="2800">
                <a:solidFill>
                  <a:schemeClr val="tx1"/>
                </a:solidFill>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latin typeface="+mn-lt"/>
              </a:defRPr>
            </a:lvl3pPr>
            <a:lvl4pPr marL="1600200" indent="-228600" algn="l" rtl="0" eaLnBrk="0" fontAlgn="base" hangingPunct="0">
              <a:spcBef>
                <a:spcPct val="20000"/>
              </a:spcBef>
              <a:spcAft>
                <a:spcPct val="0"/>
              </a:spcAft>
              <a:buClr>
                <a:schemeClr val="folHlink"/>
              </a:buClr>
              <a:buSzPct val="60000"/>
              <a:buFont typeface="Wingdings 2" panose="05020102010507070707" pitchFamily="18" charset="2"/>
              <a:buChar char=""/>
              <a:defRPr sz="2000">
                <a:solidFill>
                  <a:schemeClr val="tx1"/>
                </a:solidFill>
                <a:latin typeface="+mn-lt"/>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1"/>
                </a:solidFill>
                <a:latin typeface="+mn-lt"/>
              </a:defRPr>
            </a:lvl5pPr>
          </a:lstStyle>
          <a:p>
            <a:pPr marL="0" lvl="0" indent="0" algn="r" eaLnBrk="1" hangingPunct="1">
              <a:spcBef>
                <a:spcPct val="0"/>
              </a:spcBef>
              <a:buFontTx/>
              <a:buNone/>
            </a:pPr>
            <a:r>
              <a:rPr lang="en-US" altLang="zh-CN" sz="1600" b="1" i="1" dirty="0">
                <a:solidFill>
                  <a:schemeClr val="bg1"/>
                </a:solidFill>
                <a:ea typeface="宋体" panose="02010600030101010101" pitchFamily="2" charset="-122"/>
              </a:rPr>
              <a:t>English for International Academic Exchange</a:t>
            </a:r>
            <a:endParaRPr lang="en-US" altLang="zh-CN" sz="1600" b="1" i="1" dirty="0">
              <a:solidFill>
                <a:schemeClr val="bg1"/>
              </a:solidFill>
              <a:ea typeface="宋体" panose="02010600030101010101" pitchFamily="2" charset="-122"/>
            </a:endParaRPr>
          </a:p>
        </p:txBody>
      </p:sp>
      <p:sp>
        <p:nvSpPr>
          <p:cNvPr id="4" name="标题"/>
          <p:cNvSpPr>
            <a:spLocks noGrp="1"/>
          </p:cNvSpPr>
          <p:nvPr>
            <p:ph type="title"/>
            <p:custDataLst>
              <p:tags r:id="rId1"/>
            </p:custDataLst>
          </p:nvPr>
        </p:nvSpPr>
        <p:spPr/>
        <p:txBody>
          <a:bodyPr/>
          <a:lstStyle/>
          <a:p>
            <a:pPr algn="ctr"/>
            <a:r>
              <a:rPr lang="en-US" altLang="en-US"/>
              <a:t>International Letter Exchanges</a:t>
            </a:r>
            <a:endParaRPr lang="en-US" altLang="en-US"/>
          </a:p>
        </p:txBody>
      </p:sp>
      <p:sp>
        <p:nvSpPr>
          <p:cNvPr id="6" name="节编号"/>
          <p:cNvSpPr>
            <a:spLocks noGrp="1"/>
          </p:cNvSpPr>
          <p:nvPr>
            <p:ph type="body" sz="quarter" idx="13"/>
            <p:custDataLst>
              <p:tags r:id="rId2"/>
            </p:custDataLst>
          </p:nvPr>
        </p:nvSpPr>
        <p:spPr/>
        <p:txBody>
          <a:bodyPr>
            <a:normAutofit fontScale="80000"/>
          </a:bodyPr>
          <a:lstStyle/>
          <a:p>
            <a:pPr algn="ctr"/>
            <a:r>
              <a:rPr lang="en-US" altLang="en-US"/>
              <a:t>Unit 2</a:t>
            </a:r>
            <a:endParaRPr lang="en-US" altLang="en-US"/>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4"/>
          <p:cNvSpPr>
            <a:spLocks noGrp="1"/>
          </p:cNvSpPr>
          <p:nvPr>
            <p:ph type="title"/>
          </p:nvPr>
        </p:nvSpPr>
        <p:spPr>
          <a:xfrm>
            <a:off x="1447800" y="206375"/>
            <a:ext cx="6981825" cy="533400"/>
          </a:xfrm>
        </p:spPr>
        <p:txBody>
          <a:bodyPr vert="horz" wrap="square" lIns="91440" tIns="45720" rIns="91440" bIns="45720" anchor="ctr" anchorCtr="0"/>
          <a:p>
            <a:pPr eaLnBrk="1" hangingPunct="1"/>
            <a:r>
              <a:rPr lang="en-US" altLang="zh-CN" sz="3200" dirty="0">
                <a:ea typeface="宋体" panose="02010600030101010101" pitchFamily="2" charset="-122"/>
              </a:rPr>
              <a:t>Unit 2 International Letter Exchanges</a:t>
            </a:r>
            <a:endParaRPr lang="en-US" altLang="zh-CN" sz="3200" dirty="0">
              <a:ea typeface="宋体" panose="02010600030101010101" pitchFamily="2" charset="-122"/>
            </a:endParaRPr>
          </a:p>
        </p:txBody>
      </p:sp>
      <p:sp>
        <p:nvSpPr>
          <p:cNvPr id="13327" name="AutoShape 15"/>
          <p:cNvSpPr>
            <a:spLocks noChangeArrowheads="1"/>
          </p:cNvSpPr>
          <p:nvPr/>
        </p:nvSpPr>
        <p:spPr bwMode="gray">
          <a:xfrm>
            <a:off x="1752600" y="2895600"/>
            <a:ext cx="6603365" cy="533400"/>
          </a:xfrm>
          <a:prstGeom prst="roundRect">
            <a:avLst>
              <a:gd name="adj" fmla="val 12796"/>
            </a:avLst>
          </a:prstGeom>
          <a:gradFill rotWithShape="1">
            <a:gsLst>
              <a:gs pos="0">
                <a:schemeClr val="accent2">
                  <a:gamma/>
                  <a:shade val="46275"/>
                  <a:invGamma/>
                </a:schemeClr>
              </a:gs>
              <a:gs pos="50000">
                <a:schemeClr val="accent2"/>
              </a:gs>
              <a:gs pos="100000">
                <a:schemeClr val="accent2">
                  <a:gamma/>
                  <a:shade val="46275"/>
                  <a:invGamma/>
                </a:schemeClr>
              </a:gs>
            </a:gsLst>
            <a:lin ang="5400000" scaled="1"/>
          </a:gradFill>
          <a:ln w="28575">
            <a:solidFill>
              <a:schemeClr val="bg1"/>
            </a:solidFill>
            <a:round/>
          </a:ln>
          <a:effectLst>
            <a:outerShdw dist="107763" dir="2700000" algn="ctr" rotWithShape="0">
              <a:schemeClr val="bg2">
                <a:alpha val="50000"/>
              </a:schemeClr>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rPr>
              <a:t>2. Acceptance and Refusal  </a:t>
            </a:r>
            <a:endParaRPr kumimoji="0" lang="en-US" altLang="zh-CN" sz="2400" b="1"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3328" name="AutoShape 16"/>
          <p:cNvSpPr>
            <a:spLocks noChangeArrowheads="1"/>
          </p:cNvSpPr>
          <p:nvPr/>
        </p:nvSpPr>
        <p:spPr bwMode="gray">
          <a:xfrm>
            <a:off x="1752600" y="3733800"/>
            <a:ext cx="6603365" cy="533400"/>
          </a:xfrm>
          <a:prstGeom prst="roundRect">
            <a:avLst>
              <a:gd name="adj" fmla="val 19046"/>
            </a:avLst>
          </a:prstGeom>
          <a:gradFill rotWithShape="1">
            <a:gsLst>
              <a:gs pos="0">
                <a:schemeClr val="hlink">
                  <a:gamma/>
                  <a:shade val="46275"/>
                  <a:invGamma/>
                </a:schemeClr>
              </a:gs>
              <a:gs pos="50000">
                <a:schemeClr val="hlink"/>
              </a:gs>
              <a:gs pos="100000">
                <a:schemeClr val="hlink">
                  <a:gamma/>
                  <a:shade val="46275"/>
                  <a:invGamma/>
                </a:schemeClr>
              </a:gs>
            </a:gsLst>
            <a:lin ang="5400000" scaled="1"/>
          </a:gradFill>
          <a:ln w="28575">
            <a:solidFill>
              <a:schemeClr val="bg1"/>
            </a:solidFill>
            <a:round/>
          </a:ln>
          <a:effectLst>
            <a:outerShdw dist="107763" dir="2700000" algn="ctr" rotWithShape="0">
              <a:schemeClr val="bg2">
                <a:alpha val="50000"/>
              </a:schemeClr>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400" b="1"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400" b="1"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rPr>
              <a:t>3. Writing an Effective Email    </a:t>
            </a:r>
            <a:endParaRPr kumimoji="0" lang="en-US" altLang="zh-CN" sz="2400" b="1"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400" b="1"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3329" name="AutoShape 17"/>
          <p:cNvSpPr>
            <a:spLocks noChangeArrowheads="1"/>
          </p:cNvSpPr>
          <p:nvPr/>
        </p:nvSpPr>
        <p:spPr bwMode="gray">
          <a:xfrm>
            <a:off x="1764030" y="2060575"/>
            <a:ext cx="6591300" cy="533400"/>
          </a:xfrm>
          <a:prstGeom prst="roundRect">
            <a:avLst>
              <a:gd name="adj" fmla="val 19046"/>
            </a:avLst>
          </a:prstGeom>
          <a:gradFill rotWithShape="1">
            <a:gsLst>
              <a:gs pos="0">
                <a:schemeClr val="folHlink">
                  <a:gamma/>
                  <a:shade val="46275"/>
                  <a:invGamma/>
                </a:schemeClr>
              </a:gs>
              <a:gs pos="50000">
                <a:schemeClr val="folHlink"/>
              </a:gs>
              <a:gs pos="100000">
                <a:schemeClr val="folHlink">
                  <a:gamma/>
                  <a:shade val="46275"/>
                  <a:invGamma/>
                </a:schemeClr>
              </a:gs>
            </a:gsLst>
            <a:lin ang="5400000" scaled="1"/>
          </a:gradFill>
          <a:ln w="28575">
            <a:solidFill>
              <a:schemeClr val="bg1"/>
            </a:solidFill>
            <a:round/>
          </a:ln>
          <a:effectLst>
            <a:outerShdw dist="107763" dir="2700000" algn="ctr" rotWithShape="0">
              <a:schemeClr val="bg2">
                <a:alpha val="50000"/>
              </a:schemeClr>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mn-cs"/>
              </a:rPr>
              <a:t>1. Letters of Invitation  </a:t>
            </a:r>
            <a:r>
              <a:rPr kumimoji="0" lang="en-US" altLang="zh-CN" sz="2400" b="0"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mn-cs"/>
              </a:rPr>
              <a:t> </a:t>
            </a:r>
            <a:endParaRPr kumimoji="0" lang="en-US" altLang="zh-CN" sz="2400" b="0"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2" name="AutoShape 16"/>
          <p:cNvSpPr>
            <a:spLocks noChangeArrowheads="1"/>
          </p:cNvSpPr>
          <p:nvPr/>
        </p:nvSpPr>
        <p:spPr bwMode="gray">
          <a:xfrm>
            <a:off x="1764030" y="4580890"/>
            <a:ext cx="6531610" cy="474345"/>
          </a:xfrm>
          <a:prstGeom prst="roundRect">
            <a:avLst>
              <a:gd name="adj" fmla="val 19046"/>
            </a:avLst>
          </a:prstGeom>
          <a:solidFill>
            <a:schemeClr val="tx2">
              <a:lumMod val="40000"/>
              <a:lumOff val="60000"/>
            </a:schemeClr>
          </a:solidFill>
          <a:ln w="28575">
            <a:gradFill>
              <a:gsLst>
                <a:gs pos="50000">
                  <a:schemeClr val="accent3"/>
                </a:gs>
                <a:gs pos="0">
                  <a:schemeClr val="accent3">
                    <a:lumMod val="25000"/>
                    <a:lumOff val="75000"/>
                  </a:schemeClr>
                </a:gs>
                <a:gs pos="100000">
                  <a:schemeClr val="accent3">
                    <a:lumMod val="85000"/>
                  </a:schemeClr>
                </a:gs>
              </a:gsLst>
              <a:lin ang="5400000" scaled="0"/>
            </a:gradFill>
            <a:round/>
          </a:ln>
          <a:effectLst>
            <a:outerShdw dist="107763" dir="2700000" algn="ctr" rotWithShape="0">
              <a:schemeClr val="bg2">
                <a:alpha val="50000"/>
              </a:schemeClr>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400" b="1"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400" b="1"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a:p>
            <a:pPr algn="l" defTabSz="1088390">
              <a:lnSpc>
                <a:spcPct val="100000"/>
              </a:lnSpc>
            </a:pPr>
            <a:r>
              <a:rPr kumimoji="0" lang="en-US" altLang="zh-CN" sz="2400" b="1"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rPr>
              <a:t>4. </a:t>
            </a:r>
            <a:r>
              <a:rPr lang="en-US" altLang="zh-CN" sz="2400" b="1" dirty="0">
                <a:solidFill>
                  <a:schemeClr val="bg1"/>
                </a:solidFill>
                <a:latin typeface="微软雅黑" panose="020B0503020204020204" charset="-122"/>
                <a:ea typeface="微软雅黑" panose="020B0503020204020204" charset="-122"/>
                <a:cs typeface="Open Sans" pitchFamily="34" charset="0"/>
                <a:sym typeface="+mn-ea"/>
              </a:rPr>
              <a:t>Application for Academic Exchange</a:t>
            </a:r>
            <a:r>
              <a:rPr kumimoji="0" lang="en-US" altLang="zh-CN" sz="2400" b="1"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rPr>
              <a:t>  </a:t>
            </a:r>
            <a:endParaRPr kumimoji="0" lang="en-US" altLang="zh-CN" sz="2400" b="1"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400" b="1"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3327"/>
                                        </p:tgtEl>
                                        <p:attrNameLst>
                                          <p:attrName>style.visibility</p:attrName>
                                        </p:attrNameLst>
                                      </p:cBhvr>
                                      <p:to>
                                        <p:strVal val="visible"/>
                                      </p:to>
                                    </p:set>
                                    <p:anim calcmode="lin" valueType="num">
                                      <p:cBhvr additive="base">
                                        <p:cTn id="7" dur="500" fill="hold"/>
                                        <p:tgtEl>
                                          <p:spTgt spid="13327"/>
                                        </p:tgtEl>
                                        <p:attrNameLst>
                                          <p:attrName>ppt_x</p:attrName>
                                        </p:attrNameLst>
                                      </p:cBhvr>
                                      <p:tavLst>
                                        <p:tav tm="0">
                                          <p:val>
                                            <p:strVal val="#ppt_x"/>
                                          </p:val>
                                        </p:tav>
                                        <p:tav tm="100000">
                                          <p:val>
                                            <p:strVal val="#ppt_x"/>
                                          </p:val>
                                        </p:tav>
                                      </p:tavLst>
                                    </p:anim>
                                    <p:anim calcmode="lin" valueType="num">
                                      <p:cBhvr additive="base">
                                        <p:cTn id="8" dur="500" fill="hold"/>
                                        <p:tgtEl>
                                          <p:spTgt spid="13327"/>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3328"/>
                                        </p:tgtEl>
                                        <p:attrNameLst>
                                          <p:attrName>style.visibility</p:attrName>
                                        </p:attrNameLst>
                                      </p:cBhvr>
                                      <p:to>
                                        <p:strVal val="visible"/>
                                      </p:to>
                                    </p:set>
                                    <p:anim calcmode="lin" valueType="num">
                                      <p:cBhvr additive="base">
                                        <p:cTn id="12" dur="500" fill="hold"/>
                                        <p:tgtEl>
                                          <p:spTgt spid="13328"/>
                                        </p:tgtEl>
                                        <p:attrNameLst>
                                          <p:attrName>ppt_x</p:attrName>
                                        </p:attrNameLst>
                                      </p:cBhvr>
                                      <p:tavLst>
                                        <p:tav tm="0">
                                          <p:val>
                                            <p:strVal val="#ppt_x"/>
                                          </p:val>
                                        </p:tav>
                                        <p:tav tm="100000">
                                          <p:val>
                                            <p:strVal val="#ppt_x"/>
                                          </p:val>
                                        </p:tav>
                                      </p:tavLst>
                                    </p:anim>
                                    <p:anim calcmode="lin" valueType="num">
                                      <p:cBhvr additive="base">
                                        <p:cTn id="13" dur="500" fill="hold"/>
                                        <p:tgtEl>
                                          <p:spTgt spid="13328"/>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13329"/>
                                        </p:tgtEl>
                                        <p:attrNameLst>
                                          <p:attrName>style.visibility</p:attrName>
                                        </p:attrNameLst>
                                      </p:cBhvr>
                                      <p:to>
                                        <p:strVal val="visible"/>
                                      </p:to>
                                    </p:set>
                                    <p:anim calcmode="lin" valueType="num">
                                      <p:cBhvr additive="base">
                                        <p:cTn id="17" dur="500" fill="hold"/>
                                        <p:tgtEl>
                                          <p:spTgt spid="13329"/>
                                        </p:tgtEl>
                                        <p:attrNameLst>
                                          <p:attrName>ppt_x</p:attrName>
                                        </p:attrNameLst>
                                      </p:cBhvr>
                                      <p:tavLst>
                                        <p:tav tm="0">
                                          <p:val>
                                            <p:strVal val="#ppt_x"/>
                                          </p:val>
                                        </p:tav>
                                        <p:tav tm="100000">
                                          <p:val>
                                            <p:strVal val="#ppt_x"/>
                                          </p:val>
                                        </p:tav>
                                      </p:tavLst>
                                    </p:anim>
                                    <p:anim calcmode="lin" valueType="num">
                                      <p:cBhvr additive="base">
                                        <p:cTn id="18" dur="500" fill="hold"/>
                                        <p:tgtEl>
                                          <p:spTgt spid="13329"/>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500" fill="hold"/>
                                        <p:tgtEl>
                                          <p:spTgt spid="2"/>
                                        </p:tgtEl>
                                        <p:attrNameLst>
                                          <p:attrName>ppt_x</p:attrName>
                                        </p:attrNameLst>
                                      </p:cBhvr>
                                      <p:tavLst>
                                        <p:tav tm="0">
                                          <p:val>
                                            <p:strVal val="#ppt_x"/>
                                          </p:val>
                                        </p:tav>
                                        <p:tav tm="100000">
                                          <p:val>
                                            <p:strVal val="#ppt_x"/>
                                          </p:val>
                                        </p:tav>
                                      </p:tavLst>
                                    </p:anim>
                                    <p:anim calcmode="lin" valueType="num">
                                      <p:cBhvr additive="base">
                                        <p:cTn id="2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27" grpId="0" bldLvl="0" animBg="1"/>
      <p:bldP spid="13328" grpId="0" bldLvl="0" animBg="1"/>
      <p:bldP spid="13329" grpId="0" bldLvl="0" animBg="1"/>
      <p:bldP spid="2"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3"/>
          <p:cNvSpPr>
            <a:spLocks noGrp="1"/>
          </p:cNvSpPr>
          <p:nvPr>
            <p:ph idx="1"/>
          </p:nvPr>
        </p:nvSpPr>
        <p:spPr/>
        <p:txBody>
          <a:bodyPr vert="horz" wrap="square" lIns="91440" tIns="45720" rIns="91440" bIns="45720" anchor="t" anchorCtr="0"/>
          <a:p>
            <a:pPr eaLnBrk="1" hangingPunct="1"/>
            <a:r>
              <a:rPr lang="en-US" altLang="zh-CN" dirty="0">
                <a:ea typeface="宋体" panose="02010600030101010101" pitchFamily="2" charset="-122"/>
              </a:rPr>
              <a:t> Invitation letters are sent to invite scholars and other prospective participants to attend the conference. </a:t>
            </a:r>
            <a:endParaRPr lang="en-US" altLang="zh-CN" dirty="0">
              <a:ea typeface="宋体" panose="02010600030101010101" pitchFamily="2" charset="-122"/>
            </a:endParaRPr>
          </a:p>
          <a:p>
            <a:pPr eaLnBrk="1" hangingPunct="1"/>
            <a:r>
              <a:rPr lang="en-US" altLang="zh-CN" i="1" dirty="0">
                <a:ea typeface="宋体" panose="02010600030101010101" pitchFamily="2" charset="-122"/>
              </a:rPr>
              <a:t>Two Main Business Letter Formats</a:t>
            </a:r>
            <a:endParaRPr lang="en-US" altLang="zh-CN" i="1" dirty="0">
              <a:ea typeface="宋体" panose="02010600030101010101" pitchFamily="2" charset="-122"/>
            </a:endParaRPr>
          </a:p>
          <a:p>
            <a:pPr lvl="1" eaLnBrk="1" hangingPunct="1"/>
            <a:r>
              <a:rPr lang="en-US" altLang="zh-CN" dirty="0">
                <a:ea typeface="宋体" panose="02010600030101010101" pitchFamily="2" charset="-122"/>
              </a:rPr>
              <a:t>Full block format </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Semi-block/indented format</a:t>
            </a:r>
            <a:endParaRPr lang="en-US" altLang="zh-CN" i="1" dirty="0">
              <a:ea typeface="宋体" panose="02010600030101010101" pitchFamily="2" charset="-122"/>
            </a:endParaRPr>
          </a:p>
          <a:p>
            <a:pPr eaLnBrk="1" hangingPunct="1">
              <a:buNone/>
            </a:pPr>
            <a:endParaRPr lang="en-US" altLang="zh-CN" i="1" dirty="0">
              <a:ea typeface="宋体" panose="02010600030101010101" pitchFamily="2" charset="-122"/>
            </a:endParaRPr>
          </a:p>
        </p:txBody>
      </p:sp>
      <p:sp>
        <p:nvSpPr>
          <p:cNvPr id="103429" name="AutoShape 5"/>
          <p:cNvSpPr>
            <a:spLocks noGrp="1" noChangeArrowheads="1"/>
          </p:cNvSpPr>
          <p:nvPr>
            <p:ph type="title"/>
          </p:nvPr>
        </p:nvSpPr>
        <p:spPr>
          <a:prstGeom prst="roundRect">
            <a:avLst>
              <a:gd name="adj" fmla="val 19046"/>
            </a:avLst>
          </a:prstGeom>
          <a:gradFill rotWithShape="1">
            <a:gsLst>
              <a:gs pos="0">
                <a:schemeClr val="folHlink">
                  <a:gamma/>
                  <a:shade val="46275"/>
                  <a:invGamma/>
                </a:schemeClr>
              </a:gs>
              <a:gs pos="50000">
                <a:schemeClr val="folHlink"/>
              </a:gs>
              <a:gs pos="100000">
                <a:schemeClr val="folHlink">
                  <a:gamma/>
                  <a:shade val="46275"/>
                  <a:invGamma/>
                </a:schemeClr>
              </a:gs>
            </a:gsLst>
            <a:lin ang="5400000" scaled="1"/>
          </a:gradFill>
          <a:ln w="28575">
            <a:solidFill>
              <a:schemeClr val="bg1"/>
            </a:solidFill>
          </a:ln>
          <a:effectLst>
            <a:outerShdw dist="107763" dir="2700000" algn="ctr" rotWithShape="0">
              <a:schemeClr val="bg2">
                <a:alpha val="50000"/>
              </a:schemeClr>
            </a:outerShdw>
          </a:effectLst>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0" cap="none" spc="0" normalizeH="0" baseline="0" noProof="0">
                <a:ln>
                  <a:noFill/>
                </a:ln>
                <a:solidFill>
                  <a:schemeClr val="bg1"/>
                </a:solidFill>
                <a:effectLst/>
                <a:uLnTx/>
                <a:uFillTx/>
                <a:latin typeface="+mj-lt"/>
                <a:ea typeface="宋体" panose="02010600030101010101" pitchFamily="2" charset="-122"/>
                <a:cs typeface="+mj-cs"/>
              </a:rPr>
              <a:t>Task 1. Letters of Invitation </a:t>
            </a:r>
            <a:endParaRPr kumimoji="0" lang="en-US" altLang="zh-CN" sz="2400" b="1" i="0" u="none" strike="noStrike" kern="0" cap="none" spc="0" normalizeH="0" baseline="0" noProof="0">
              <a:ln>
                <a:noFill/>
              </a:ln>
              <a:solidFill>
                <a:schemeClr val="bg1"/>
              </a:solidFill>
              <a:effectLst/>
              <a:uLnTx/>
              <a:uFillTx/>
              <a:latin typeface="+mj-lt"/>
              <a:ea typeface="宋体" panose="02010600030101010101" pitchFamily="2" charset="-122"/>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03429"/>
                                        </p:tgtEl>
                                        <p:attrNameLst>
                                          <p:attrName>style.visibility</p:attrName>
                                        </p:attrNameLst>
                                      </p:cBhvr>
                                      <p:to>
                                        <p:strVal val="visible"/>
                                      </p:to>
                                    </p:set>
                                    <p:anim calcmode="lin" valueType="num">
                                      <p:cBhvr additive="base">
                                        <p:cTn id="7" dur="500" fill="hold"/>
                                        <p:tgtEl>
                                          <p:spTgt spid="103429"/>
                                        </p:tgtEl>
                                        <p:attrNameLst>
                                          <p:attrName>ppt_x</p:attrName>
                                        </p:attrNameLst>
                                      </p:cBhvr>
                                      <p:tavLst>
                                        <p:tav tm="0">
                                          <p:val>
                                            <p:strVal val="#ppt_x"/>
                                          </p:val>
                                        </p:tav>
                                        <p:tav tm="100000">
                                          <p:val>
                                            <p:strVal val="#ppt_x"/>
                                          </p:val>
                                        </p:tav>
                                      </p:tavLst>
                                    </p:anim>
                                    <p:anim calcmode="lin" valueType="num">
                                      <p:cBhvr additive="base">
                                        <p:cTn id="8" dur="500" fill="hold"/>
                                        <p:tgtEl>
                                          <p:spTgt spid="1034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9"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38"/>
          <p:cNvSpPr/>
          <p:nvPr/>
        </p:nvSpPr>
        <p:spPr>
          <a:xfrm>
            <a:off x="467544" y="3717032"/>
            <a:ext cx="3810000" cy="685800"/>
          </a:xfrm>
          <a:prstGeom prst="rect">
            <a:avLst/>
          </a:prstGeom>
          <a:solidFill>
            <a:srgbClr val="45C1A4"/>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Box 7"/>
          <p:cNvSpPr txBox="1">
            <a:spLocks noChangeArrowheads="1"/>
          </p:cNvSpPr>
          <p:nvPr/>
        </p:nvSpPr>
        <p:spPr bwMode="auto">
          <a:xfrm>
            <a:off x="-9147" y="1148398"/>
            <a:ext cx="9170084" cy="537845"/>
          </a:xfrm>
          <a:prstGeom prst="rect">
            <a:avLst/>
          </a:prstGeom>
          <a:noFill/>
          <a:ln w="9525">
            <a:noFill/>
            <a:miter lim="800000"/>
          </a:ln>
        </p:spPr>
        <p:txBody>
          <a:bodyPr wrap="square" lIns="45720" tIns="22860" rIns="45720" bIns="22860">
            <a:spAutoFit/>
          </a:bodyPr>
          <a:lstStyle/>
          <a:p>
            <a:pPr algn="ctr" defTabSz="1088390"/>
            <a:r>
              <a:rPr lang="en-US" altLang="zh-CN" sz="3200" b="1" spc="-150" dirty="0">
                <a:solidFill>
                  <a:schemeClr val="tx1">
                    <a:lumMod val="50000"/>
                    <a:lumOff val="50000"/>
                  </a:schemeClr>
                </a:solidFill>
                <a:latin typeface="微软雅黑" panose="020B0503020204020204" charset="-122"/>
                <a:ea typeface="微软雅黑" panose="020B0503020204020204" charset="-122"/>
                <a:cs typeface="Open Sans" pitchFamily="34" charset="0"/>
              </a:rPr>
              <a:t>Business Letter Formats</a:t>
            </a:r>
            <a:endParaRPr lang="en-US" altLang="zh-CN" sz="3200" b="1" spc="-150" dirty="0">
              <a:solidFill>
                <a:schemeClr val="tx1">
                  <a:lumMod val="50000"/>
                  <a:lumOff val="50000"/>
                </a:schemeClr>
              </a:solidFill>
              <a:latin typeface="微软雅黑" panose="020B0503020204020204" charset="-122"/>
              <a:ea typeface="微软雅黑" panose="020B0503020204020204" charset="-122"/>
              <a:cs typeface="Open Sans" pitchFamily="34" charset="0"/>
            </a:endParaRPr>
          </a:p>
        </p:txBody>
      </p:sp>
      <p:cxnSp>
        <p:nvCxnSpPr>
          <p:cNvPr id="3" name="Straight Connector 2"/>
          <p:cNvCxnSpPr/>
          <p:nvPr/>
        </p:nvCxnSpPr>
        <p:spPr>
          <a:xfrm>
            <a:off x="4575895" y="1981200"/>
            <a:ext cx="0" cy="35814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rotWithShape="1">
          <a:blip r:embed="rId1" cstate="print">
            <a:extLst>
              <a:ext uri="{28A0092B-C50C-407E-A947-70E740481C1C}">
                <a14:useLocalDpi xmlns:a14="http://schemas.microsoft.com/office/drawing/2010/main" val="0"/>
              </a:ext>
            </a:extLst>
          </a:blip>
          <a:srcRect l="19221" t="29398" r="17922" b="13718"/>
          <a:stretch>
            <a:fillRect/>
          </a:stretch>
        </p:blipFill>
        <p:spPr>
          <a:xfrm>
            <a:off x="899592" y="1916832"/>
            <a:ext cx="2841842" cy="1714500"/>
          </a:xfrm>
          <a:prstGeom prst="rect">
            <a:avLst/>
          </a:prstGeom>
        </p:spPr>
      </p:pic>
      <p:sp>
        <p:nvSpPr>
          <p:cNvPr id="6" name="Text Box 10"/>
          <p:cNvSpPr txBox="1">
            <a:spLocks noChangeArrowheads="1"/>
          </p:cNvSpPr>
          <p:nvPr/>
        </p:nvSpPr>
        <p:spPr bwMode="auto">
          <a:xfrm>
            <a:off x="6804248" y="4653136"/>
            <a:ext cx="1828800" cy="876300"/>
          </a:xfrm>
          <a:prstGeom prst="rect">
            <a:avLst/>
          </a:prstGeom>
          <a:noFill/>
          <a:ln w="9525">
            <a:noFill/>
            <a:miter lim="800000"/>
          </a:ln>
        </p:spPr>
        <p:txBody>
          <a:bodyPr wrap="square" lIns="45720" tIns="22860" rIns="45720" bIns="22860">
            <a:spAutoFit/>
          </a:bodyPr>
          <a:lstStyle/>
          <a:p>
            <a:pPr defTabSz="1088390"/>
            <a:r>
              <a:rPr lang="en-US" altLang="zh-CN" b="1" dirty="0">
                <a:solidFill>
                  <a:srgbClr val="0E7FB7"/>
                </a:solidFill>
                <a:latin typeface="微软雅黑" panose="020B0503020204020204" charset="-122"/>
                <a:ea typeface="微软雅黑" panose="020B0503020204020204" charset="-122"/>
                <a:cs typeface="Open Sans" pitchFamily="34" charset="0"/>
              </a:rPr>
              <a:t>No empty lines between paras.</a:t>
            </a:r>
            <a:endParaRPr lang="en-US" altLang="zh-CN" b="1" dirty="0">
              <a:solidFill>
                <a:srgbClr val="0E7FB7"/>
              </a:solidFill>
              <a:latin typeface="微软雅黑" panose="020B0503020204020204" charset="-122"/>
              <a:ea typeface="微软雅黑" panose="020B0503020204020204" charset="-122"/>
              <a:cs typeface="Open Sans" pitchFamily="34" charset="0"/>
            </a:endParaRPr>
          </a:p>
        </p:txBody>
      </p:sp>
      <p:pic>
        <p:nvPicPr>
          <p:cNvPr id="7" name="Picture 6"/>
          <p:cNvPicPr>
            <a:picLocks noChangeAspect="1"/>
          </p:cNvPicPr>
          <p:nvPr/>
        </p:nvPicPr>
        <p:blipFill rotWithShape="1">
          <a:blip r:embed="rId2" cstate="print">
            <a:extLst>
              <a:ext uri="{28A0092B-C50C-407E-A947-70E740481C1C}">
                <a14:useLocalDpi xmlns:a14="http://schemas.microsoft.com/office/drawing/2010/main" val="0"/>
              </a:ext>
            </a:extLst>
          </a:blip>
          <a:srcRect l="22134" t="10550" r="21733" b="13050"/>
          <a:stretch>
            <a:fillRect/>
          </a:stretch>
        </p:blipFill>
        <p:spPr>
          <a:xfrm>
            <a:off x="5856428" y="1849976"/>
            <a:ext cx="1992172" cy="1807624"/>
          </a:xfrm>
          <a:prstGeom prst="rect">
            <a:avLst/>
          </a:prstGeom>
        </p:spPr>
      </p:pic>
      <p:sp>
        <p:nvSpPr>
          <p:cNvPr id="41" name="Rectangle 40"/>
          <p:cNvSpPr/>
          <p:nvPr/>
        </p:nvSpPr>
        <p:spPr>
          <a:xfrm>
            <a:off x="4953000" y="3733800"/>
            <a:ext cx="3810000" cy="685800"/>
          </a:xfrm>
          <a:prstGeom prst="rect">
            <a:avLst/>
          </a:prstGeom>
          <a:solidFill>
            <a:srgbClr val="0E7FB7"/>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 Box 10"/>
          <p:cNvSpPr txBox="1">
            <a:spLocks noChangeArrowheads="1"/>
          </p:cNvSpPr>
          <p:nvPr/>
        </p:nvSpPr>
        <p:spPr bwMode="auto">
          <a:xfrm>
            <a:off x="467544" y="4653136"/>
            <a:ext cx="1828800" cy="599440"/>
          </a:xfrm>
          <a:prstGeom prst="rect">
            <a:avLst/>
          </a:prstGeom>
          <a:noFill/>
          <a:ln w="9525">
            <a:noFill/>
            <a:miter lim="800000"/>
          </a:ln>
        </p:spPr>
        <p:txBody>
          <a:bodyPr wrap="square" lIns="45720" tIns="22860" rIns="45720" bIns="22860">
            <a:spAutoFit/>
          </a:bodyPr>
          <a:lstStyle/>
          <a:p>
            <a:pPr defTabSz="1088390"/>
            <a:r>
              <a:rPr lang="en-US" b="1" dirty="0">
                <a:solidFill>
                  <a:srgbClr val="45C1A4"/>
                </a:solidFill>
                <a:latin typeface="微软雅黑" panose="020B0503020204020204" charset="-122"/>
                <a:ea typeface="微软雅黑" panose="020B0503020204020204" charset="-122"/>
                <a:cs typeface="Open Sans" pitchFamily="34" charset="0"/>
              </a:rPr>
              <a:t>Start at the left margin</a:t>
            </a:r>
            <a:endParaRPr lang="en-US" b="1" dirty="0">
              <a:solidFill>
                <a:srgbClr val="45C1A4"/>
              </a:solidFill>
              <a:latin typeface="微软雅黑" panose="020B0503020204020204" charset="-122"/>
              <a:ea typeface="微软雅黑" panose="020B0503020204020204" charset="-122"/>
              <a:cs typeface="Open Sans" pitchFamily="34" charset="0"/>
            </a:endParaRPr>
          </a:p>
        </p:txBody>
      </p:sp>
      <p:sp>
        <p:nvSpPr>
          <p:cNvPr id="75" name="Rectangle 74"/>
          <p:cNvSpPr/>
          <p:nvPr/>
        </p:nvSpPr>
        <p:spPr>
          <a:xfrm>
            <a:off x="1321277" y="2079414"/>
            <a:ext cx="1975104" cy="1225296"/>
          </a:xfrm>
          <a:prstGeom prst="rect">
            <a:avLst/>
          </a:prstGeom>
          <a:blipFill>
            <a:blip r:embed="rId3" cstate="print"/>
            <a:stretch>
              <a:fillRect/>
            </a:stretch>
          </a:blip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5984422" y="2051304"/>
            <a:ext cx="1719072" cy="1072896"/>
          </a:xfrm>
          <a:prstGeom prst="rect">
            <a:avLst/>
          </a:prstGeom>
          <a:blipFill>
            <a:blip r:embed="rId4" cstate="print"/>
            <a:stretch>
              <a:fillRect/>
            </a:stretch>
          </a:blip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TextBox 76"/>
          <p:cNvSpPr txBox="1"/>
          <p:nvPr/>
        </p:nvSpPr>
        <p:spPr>
          <a:xfrm>
            <a:off x="755576" y="3789040"/>
            <a:ext cx="3240360" cy="460375"/>
          </a:xfrm>
          <a:prstGeom prst="rect">
            <a:avLst/>
          </a:prstGeom>
          <a:noFill/>
        </p:spPr>
        <p:txBody>
          <a:bodyPr wrap="square" rtlCol="0">
            <a:spAutoFit/>
          </a:bodyPr>
          <a:lstStyle/>
          <a:p>
            <a:pPr algn="ctr"/>
            <a:r>
              <a:rPr lang="en-US" altLang="zh-CN" sz="2400" dirty="0"/>
              <a:t>Block form</a:t>
            </a:r>
            <a:endParaRPr lang="zh-CN" altLang="en-US" sz="2400" dirty="0"/>
          </a:p>
        </p:txBody>
      </p:sp>
      <p:sp>
        <p:nvSpPr>
          <p:cNvPr id="78" name="TextBox 77"/>
          <p:cNvSpPr txBox="1"/>
          <p:nvPr/>
        </p:nvSpPr>
        <p:spPr>
          <a:xfrm>
            <a:off x="5508104" y="3861048"/>
            <a:ext cx="2952328" cy="460375"/>
          </a:xfrm>
          <a:prstGeom prst="rect">
            <a:avLst/>
          </a:prstGeom>
          <a:noFill/>
        </p:spPr>
        <p:txBody>
          <a:bodyPr wrap="square" rtlCol="0">
            <a:spAutoFit/>
          </a:bodyPr>
          <a:lstStyle/>
          <a:p>
            <a:pPr algn="ctr"/>
            <a:r>
              <a:rPr lang="en-US" altLang="zh-CN" sz="2400" dirty="0"/>
              <a:t>Indented form</a:t>
            </a:r>
            <a:endParaRPr lang="zh-CN" altLang="en-US" sz="2400" dirty="0"/>
          </a:p>
        </p:txBody>
      </p:sp>
      <p:sp>
        <p:nvSpPr>
          <p:cNvPr id="79" name="矩形 78"/>
          <p:cNvSpPr/>
          <p:nvPr/>
        </p:nvSpPr>
        <p:spPr>
          <a:xfrm>
            <a:off x="5004048" y="4653136"/>
            <a:ext cx="1728192" cy="922020"/>
          </a:xfrm>
          <a:prstGeom prst="rect">
            <a:avLst/>
          </a:prstGeom>
        </p:spPr>
        <p:txBody>
          <a:bodyPr wrap="square">
            <a:spAutoFit/>
          </a:bodyPr>
          <a:lstStyle/>
          <a:p>
            <a:pPr defTabSz="1088390"/>
            <a:r>
              <a:rPr lang="en-US" altLang="zh-CN" b="1" dirty="0">
                <a:solidFill>
                  <a:srgbClr val="0E7FB7"/>
                </a:solidFill>
                <a:latin typeface="微软雅黑" panose="020B0503020204020204" charset="-122"/>
                <a:ea typeface="微软雅黑" panose="020B0503020204020204" charset="-122"/>
                <a:cs typeface="Open Sans" pitchFamily="34" charset="0"/>
              </a:rPr>
              <a:t>The 1st line: an inch inside</a:t>
            </a:r>
            <a:endParaRPr lang="en-US" altLang="zh-CN" b="1" dirty="0">
              <a:solidFill>
                <a:srgbClr val="0E7FB7"/>
              </a:solidFill>
              <a:latin typeface="微软雅黑" panose="020B0503020204020204" charset="-122"/>
              <a:ea typeface="微软雅黑" panose="020B0503020204020204" charset="-122"/>
              <a:cs typeface="Open Sans" pitchFamily="34" charset="0"/>
            </a:endParaRPr>
          </a:p>
        </p:txBody>
      </p:sp>
      <p:sp>
        <p:nvSpPr>
          <p:cNvPr id="80" name="Text Box 10"/>
          <p:cNvSpPr txBox="1">
            <a:spLocks noChangeArrowheads="1"/>
          </p:cNvSpPr>
          <p:nvPr/>
        </p:nvSpPr>
        <p:spPr bwMode="auto">
          <a:xfrm>
            <a:off x="2411760" y="4653136"/>
            <a:ext cx="1828800" cy="876300"/>
          </a:xfrm>
          <a:prstGeom prst="rect">
            <a:avLst/>
          </a:prstGeom>
          <a:noFill/>
          <a:ln w="9525">
            <a:noFill/>
            <a:miter lim="800000"/>
          </a:ln>
        </p:spPr>
        <p:txBody>
          <a:bodyPr wrap="square" lIns="45720" tIns="22860" rIns="45720" bIns="22860">
            <a:spAutoFit/>
          </a:bodyPr>
          <a:lstStyle/>
          <a:p>
            <a:pPr defTabSz="1088390"/>
            <a:r>
              <a:rPr lang="en-US" b="1" dirty="0">
                <a:solidFill>
                  <a:srgbClr val="45C1A4"/>
                </a:solidFill>
                <a:latin typeface="微软雅黑" panose="020B0503020204020204" charset="-122"/>
                <a:ea typeface="微软雅黑" panose="020B0503020204020204" charset="-122"/>
                <a:cs typeface="Open Sans" pitchFamily="34" charset="0"/>
              </a:rPr>
              <a:t>One empty line between paras.</a:t>
            </a:r>
            <a:endParaRPr lang="en-US" b="1" dirty="0">
              <a:solidFill>
                <a:srgbClr val="45C1A4"/>
              </a:solidFill>
              <a:latin typeface="微软雅黑" panose="020B0503020204020204" charset="-122"/>
              <a:ea typeface="微软雅黑" panose="020B0503020204020204" charset="-122"/>
              <a:cs typeface="Open Sans"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900" advClick="0" advTm="0">
        <p14:warp dir="in"/>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250" fill="hold"/>
                                        <p:tgtEl>
                                          <p:spTgt spid="2"/>
                                        </p:tgtEl>
                                        <p:attrNameLst>
                                          <p:attrName>ppt_x</p:attrName>
                                        </p:attrNameLst>
                                      </p:cBhvr>
                                      <p:tavLst>
                                        <p:tav tm="0">
                                          <p:val>
                                            <p:strVal val="#ppt_x"/>
                                          </p:val>
                                        </p:tav>
                                        <p:tav tm="100000">
                                          <p:val>
                                            <p:strVal val="#ppt_x"/>
                                          </p:val>
                                        </p:tav>
                                      </p:tavLst>
                                    </p:anim>
                                    <p:anim calcmode="lin" valueType="num">
                                      <p:cBhvr additive="base">
                                        <p:cTn id="8" dur="25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250" fill="hold"/>
                                        <p:tgtEl>
                                          <p:spTgt spid="5"/>
                                        </p:tgtEl>
                                        <p:attrNameLst>
                                          <p:attrName>ppt_x</p:attrName>
                                        </p:attrNameLst>
                                      </p:cBhvr>
                                      <p:tavLst>
                                        <p:tav tm="0">
                                          <p:val>
                                            <p:strVal val="#ppt_x"/>
                                          </p:val>
                                        </p:tav>
                                        <p:tav tm="100000">
                                          <p:val>
                                            <p:strVal val="#ppt_x"/>
                                          </p:val>
                                        </p:tav>
                                      </p:tavLst>
                                    </p:anim>
                                    <p:anim calcmode="lin" valueType="num">
                                      <p:cBhvr additive="base">
                                        <p:cTn id="13" dur="250" fill="hold"/>
                                        <p:tgtEl>
                                          <p:spTgt spid="5"/>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75"/>
                                        </p:tgtEl>
                                        <p:attrNameLst>
                                          <p:attrName>style.visibility</p:attrName>
                                        </p:attrNameLst>
                                      </p:cBhvr>
                                      <p:to>
                                        <p:strVal val="visible"/>
                                      </p:to>
                                    </p:set>
                                    <p:anim calcmode="lin" valueType="num">
                                      <p:cBhvr additive="base">
                                        <p:cTn id="17" dur="250" fill="hold"/>
                                        <p:tgtEl>
                                          <p:spTgt spid="75"/>
                                        </p:tgtEl>
                                        <p:attrNameLst>
                                          <p:attrName>ppt_x</p:attrName>
                                        </p:attrNameLst>
                                      </p:cBhvr>
                                      <p:tavLst>
                                        <p:tav tm="0">
                                          <p:val>
                                            <p:strVal val="#ppt_x"/>
                                          </p:val>
                                        </p:tav>
                                        <p:tav tm="100000">
                                          <p:val>
                                            <p:strVal val="#ppt_x"/>
                                          </p:val>
                                        </p:tav>
                                      </p:tavLst>
                                    </p:anim>
                                    <p:anim calcmode="lin" valueType="num">
                                      <p:cBhvr additive="base">
                                        <p:cTn id="18" dur="250" fill="hold"/>
                                        <p:tgtEl>
                                          <p:spTgt spid="75"/>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39"/>
                                        </p:tgtEl>
                                        <p:attrNameLst>
                                          <p:attrName>style.visibility</p:attrName>
                                        </p:attrNameLst>
                                      </p:cBhvr>
                                      <p:to>
                                        <p:strVal val="visible"/>
                                      </p:to>
                                    </p:set>
                                    <p:anim calcmode="lin" valueType="num">
                                      <p:cBhvr additive="base">
                                        <p:cTn id="22" dur="250" fill="hold"/>
                                        <p:tgtEl>
                                          <p:spTgt spid="39"/>
                                        </p:tgtEl>
                                        <p:attrNameLst>
                                          <p:attrName>ppt_x</p:attrName>
                                        </p:attrNameLst>
                                      </p:cBhvr>
                                      <p:tavLst>
                                        <p:tav tm="0">
                                          <p:val>
                                            <p:strVal val="#ppt_x"/>
                                          </p:val>
                                        </p:tav>
                                        <p:tav tm="100000">
                                          <p:val>
                                            <p:strVal val="#ppt_x"/>
                                          </p:val>
                                        </p:tav>
                                      </p:tavLst>
                                    </p:anim>
                                    <p:anim calcmode="lin" valueType="num">
                                      <p:cBhvr additive="base">
                                        <p:cTn id="23" dur="250" fill="hold"/>
                                        <p:tgtEl>
                                          <p:spTgt spid="39"/>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250" fill="hold"/>
                                        <p:tgtEl>
                                          <p:spTgt spid="6"/>
                                        </p:tgtEl>
                                        <p:attrNameLst>
                                          <p:attrName>ppt_x</p:attrName>
                                        </p:attrNameLst>
                                      </p:cBhvr>
                                      <p:tavLst>
                                        <p:tav tm="0">
                                          <p:val>
                                            <p:strVal val="#ppt_x"/>
                                          </p:val>
                                        </p:tav>
                                        <p:tav tm="100000">
                                          <p:val>
                                            <p:strVal val="#ppt_x"/>
                                          </p:val>
                                        </p:tav>
                                      </p:tavLst>
                                    </p:anim>
                                    <p:anim calcmode="lin" valueType="num">
                                      <p:cBhvr additive="base">
                                        <p:cTn id="28" dur="250" fill="hold"/>
                                        <p:tgtEl>
                                          <p:spTgt spid="6"/>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2" presetClass="entr" presetSubtype="4" fill="hold" nodeType="afterEffect">
                                  <p:stCondLst>
                                    <p:cond delay="0"/>
                                  </p:stCondLst>
                                  <p:childTnLst>
                                    <p:set>
                                      <p:cBhvr>
                                        <p:cTn id="31" dur="1" fill="hold">
                                          <p:stCondLst>
                                            <p:cond delay="0"/>
                                          </p:stCondLst>
                                        </p:cTn>
                                        <p:tgtEl>
                                          <p:spTgt spid="3"/>
                                        </p:tgtEl>
                                        <p:attrNameLst>
                                          <p:attrName>style.visibility</p:attrName>
                                        </p:attrNameLst>
                                      </p:cBhvr>
                                      <p:to>
                                        <p:strVal val="visible"/>
                                      </p:to>
                                    </p:set>
                                    <p:anim calcmode="lin" valueType="num">
                                      <p:cBhvr additive="base">
                                        <p:cTn id="32" dur="250" fill="hold"/>
                                        <p:tgtEl>
                                          <p:spTgt spid="3"/>
                                        </p:tgtEl>
                                        <p:attrNameLst>
                                          <p:attrName>ppt_x</p:attrName>
                                        </p:attrNameLst>
                                      </p:cBhvr>
                                      <p:tavLst>
                                        <p:tav tm="0">
                                          <p:val>
                                            <p:strVal val="#ppt_x"/>
                                          </p:val>
                                        </p:tav>
                                        <p:tav tm="100000">
                                          <p:val>
                                            <p:strVal val="#ppt_x"/>
                                          </p:val>
                                        </p:tav>
                                      </p:tavLst>
                                    </p:anim>
                                    <p:anim calcmode="lin" valueType="num">
                                      <p:cBhvr additive="base">
                                        <p:cTn id="33" dur="250" fill="hold"/>
                                        <p:tgtEl>
                                          <p:spTgt spid="3"/>
                                        </p:tgtEl>
                                        <p:attrNameLst>
                                          <p:attrName>ppt_y</p:attrName>
                                        </p:attrNameLst>
                                      </p:cBhvr>
                                      <p:tavLst>
                                        <p:tav tm="0">
                                          <p:val>
                                            <p:strVal val="1+#ppt_h/2"/>
                                          </p:val>
                                        </p:tav>
                                        <p:tav tm="100000">
                                          <p:val>
                                            <p:strVal val="#ppt_y"/>
                                          </p:val>
                                        </p:tav>
                                      </p:tavLst>
                                    </p:anim>
                                  </p:childTnLst>
                                </p:cTn>
                              </p:par>
                            </p:childTnLst>
                          </p:cTn>
                        </p:par>
                        <p:par>
                          <p:cTn id="34" fill="hold">
                            <p:stCondLst>
                              <p:cond delay="3000"/>
                            </p:stCondLst>
                            <p:childTnLst>
                              <p:par>
                                <p:cTn id="35" presetID="2" presetClass="entr" presetSubtype="4" fill="hold" nodeType="after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additive="base">
                                        <p:cTn id="37" dur="250" fill="hold"/>
                                        <p:tgtEl>
                                          <p:spTgt spid="7"/>
                                        </p:tgtEl>
                                        <p:attrNameLst>
                                          <p:attrName>ppt_x</p:attrName>
                                        </p:attrNameLst>
                                      </p:cBhvr>
                                      <p:tavLst>
                                        <p:tav tm="0">
                                          <p:val>
                                            <p:strVal val="#ppt_x"/>
                                          </p:val>
                                        </p:tav>
                                        <p:tav tm="100000">
                                          <p:val>
                                            <p:strVal val="#ppt_x"/>
                                          </p:val>
                                        </p:tav>
                                      </p:tavLst>
                                    </p:anim>
                                    <p:anim calcmode="lin" valueType="num">
                                      <p:cBhvr additive="base">
                                        <p:cTn id="38" dur="250" fill="hold"/>
                                        <p:tgtEl>
                                          <p:spTgt spid="7"/>
                                        </p:tgtEl>
                                        <p:attrNameLst>
                                          <p:attrName>ppt_y</p:attrName>
                                        </p:attrNameLst>
                                      </p:cBhvr>
                                      <p:tavLst>
                                        <p:tav tm="0">
                                          <p:val>
                                            <p:strVal val="1+#ppt_h/2"/>
                                          </p:val>
                                        </p:tav>
                                        <p:tav tm="100000">
                                          <p:val>
                                            <p:strVal val="#ppt_y"/>
                                          </p:val>
                                        </p:tav>
                                      </p:tavLst>
                                    </p:anim>
                                  </p:childTnLst>
                                </p:cTn>
                              </p:par>
                            </p:childTnLst>
                          </p:cTn>
                        </p:par>
                        <p:par>
                          <p:cTn id="39" fill="hold">
                            <p:stCondLst>
                              <p:cond delay="3500"/>
                            </p:stCondLst>
                            <p:childTnLst>
                              <p:par>
                                <p:cTn id="40" presetID="2" presetClass="entr" presetSubtype="4" fill="hold" grpId="0" nodeType="afterEffect">
                                  <p:stCondLst>
                                    <p:cond delay="0"/>
                                  </p:stCondLst>
                                  <p:childTnLst>
                                    <p:set>
                                      <p:cBhvr>
                                        <p:cTn id="41" dur="1" fill="hold">
                                          <p:stCondLst>
                                            <p:cond delay="0"/>
                                          </p:stCondLst>
                                        </p:cTn>
                                        <p:tgtEl>
                                          <p:spTgt spid="76"/>
                                        </p:tgtEl>
                                        <p:attrNameLst>
                                          <p:attrName>style.visibility</p:attrName>
                                        </p:attrNameLst>
                                      </p:cBhvr>
                                      <p:to>
                                        <p:strVal val="visible"/>
                                      </p:to>
                                    </p:set>
                                    <p:anim calcmode="lin" valueType="num">
                                      <p:cBhvr additive="base">
                                        <p:cTn id="42" dur="250" fill="hold"/>
                                        <p:tgtEl>
                                          <p:spTgt spid="76"/>
                                        </p:tgtEl>
                                        <p:attrNameLst>
                                          <p:attrName>ppt_x</p:attrName>
                                        </p:attrNameLst>
                                      </p:cBhvr>
                                      <p:tavLst>
                                        <p:tav tm="0">
                                          <p:val>
                                            <p:strVal val="#ppt_x"/>
                                          </p:val>
                                        </p:tav>
                                        <p:tav tm="100000">
                                          <p:val>
                                            <p:strVal val="#ppt_x"/>
                                          </p:val>
                                        </p:tav>
                                      </p:tavLst>
                                    </p:anim>
                                    <p:anim calcmode="lin" valueType="num">
                                      <p:cBhvr additive="base">
                                        <p:cTn id="43" dur="250" fill="hold"/>
                                        <p:tgtEl>
                                          <p:spTgt spid="76"/>
                                        </p:tgtEl>
                                        <p:attrNameLst>
                                          <p:attrName>ppt_y</p:attrName>
                                        </p:attrNameLst>
                                      </p:cBhvr>
                                      <p:tavLst>
                                        <p:tav tm="0">
                                          <p:val>
                                            <p:strVal val="1+#ppt_h/2"/>
                                          </p:val>
                                        </p:tav>
                                        <p:tav tm="100000">
                                          <p:val>
                                            <p:strVal val="#ppt_y"/>
                                          </p:val>
                                        </p:tav>
                                      </p:tavLst>
                                    </p:anim>
                                  </p:childTnLst>
                                </p:cTn>
                              </p:par>
                            </p:childTnLst>
                          </p:cTn>
                        </p:par>
                        <p:par>
                          <p:cTn id="44" fill="hold">
                            <p:stCondLst>
                              <p:cond delay="4000"/>
                            </p:stCondLst>
                            <p:childTnLst>
                              <p:par>
                                <p:cTn id="45" presetID="2" presetClass="entr" presetSubtype="4" fill="hold" grpId="0" nodeType="afterEffect">
                                  <p:stCondLst>
                                    <p:cond delay="0"/>
                                  </p:stCondLst>
                                  <p:childTnLst>
                                    <p:set>
                                      <p:cBhvr>
                                        <p:cTn id="46" dur="1" fill="hold">
                                          <p:stCondLst>
                                            <p:cond delay="0"/>
                                          </p:stCondLst>
                                        </p:cTn>
                                        <p:tgtEl>
                                          <p:spTgt spid="41"/>
                                        </p:tgtEl>
                                        <p:attrNameLst>
                                          <p:attrName>style.visibility</p:attrName>
                                        </p:attrNameLst>
                                      </p:cBhvr>
                                      <p:to>
                                        <p:strVal val="visible"/>
                                      </p:to>
                                    </p:set>
                                    <p:anim calcmode="lin" valueType="num">
                                      <p:cBhvr additive="base">
                                        <p:cTn id="47" dur="250" fill="hold"/>
                                        <p:tgtEl>
                                          <p:spTgt spid="41"/>
                                        </p:tgtEl>
                                        <p:attrNameLst>
                                          <p:attrName>ppt_x</p:attrName>
                                        </p:attrNameLst>
                                      </p:cBhvr>
                                      <p:tavLst>
                                        <p:tav tm="0">
                                          <p:val>
                                            <p:strVal val="#ppt_x"/>
                                          </p:val>
                                        </p:tav>
                                        <p:tav tm="100000">
                                          <p:val>
                                            <p:strVal val="#ppt_x"/>
                                          </p:val>
                                        </p:tav>
                                      </p:tavLst>
                                    </p:anim>
                                    <p:anim calcmode="lin" valueType="num">
                                      <p:cBhvr additive="base">
                                        <p:cTn id="48" dur="250" fill="hold"/>
                                        <p:tgtEl>
                                          <p:spTgt spid="41"/>
                                        </p:tgtEl>
                                        <p:attrNameLst>
                                          <p:attrName>ppt_y</p:attrName>
                                        </p:attrNameLst>
                                      </p:cBhvr>
                                      <p:tavLst>
                                        <p:tav tm="0">
                                          <p:val>
                                            <p:strVal val="1+#ppt_h/2"/>
                                          </p:val>
                                        </p:tav>
                                        <p:tav tm="100000">
                                          <p:val>
                                            <p:strVal val="#ppt_y"/>
                                          </p:val>
                                        </p:tav>
                                      </p:tavLst>
                                    </p:anim>
                                  </p:childTnLst>
                                </p:cTn>
                              </p:par>
                            </p:childTnLst>
                          </p:cTn>
                        </p:par>
                        <p:par>
                          <p:cTn id="49" fill="hold">
                            <p:stCondLst>
                              <p:cond delay="4500"/>
                            </p:stCondLst>
                            <p:childTnLst>
                              <p:par>
                                <p:cTn id="50" presetID="2" presetClass="entr" presetSubtype="4" fill="hold" grpId="0" nodeType="afterEffect">
                                  <p:stCondLst>
                                    <p:cond delay="0"/>
                                  </p:stCondLst>
                                  <p:childTnLst>
                                    <p:set>
                                      <p:cBhvr>
                                        <p:cTn id="51" dur="1" fill="hold">
                                          <p:stCondLst>
                                            <p:cond delay="0"/>
                                          </p:stCondLst>
                                        </p:cTn>
                                        <p:tgtEl>
                                          <p:spTgt spid="43"/>
                                        </p:tgtEl>
                                        <p:attrNameLst>
                                          <p:attrName>style.visibility</p:attrName>
                                        </p:attrNameLst>
                                      </p:cBhvr>
                                      <p:to>
                                        <p:strVal val="visible"/>
                                      </p:to>
                                    </p:set>
                                    <p:anim calcmode="lin" valueType="num">
                                      <p:cBhvr additive="base">
                                        <p:cTn id="52" dur="250" fill="hold"/>
                                        <p:tgtEl>
                                          <p:spTgt spid="43"/>
                                        </p:tgtEl>
                                        <p:attrNameLst>
                                          <p:attrName>ppt_x</p:attrName>
                                        </p:attrNameLst>
                                      </p:cBhvr>
                                      <p:tavLst>
                                        <p:tav tm="0">
                                          <p:val>
                                            <p:strVal val="#ppt_x"/>
                                          </p:val>
                                        </p:tav>
                                        <p:tav tm="100000">
                                          <p:val>
                                            <p:strVal val="#ppt_x"/>
                                          </p:val>
                                        </p:tav>
                                      </p:tavLst>
                                    </p:anim>
                                    <p:anim calcmode="lin" valueType="num">
                                      <p:cBhvr additive="base">
                                        <p:cTn id="53" dur="250" fill="hold"/>
                                        <p:tgtEl>
                                          <p:spTgt spid="43"/>
                                        </p:tgtEl>
                                        <p:attrNameLst>
                                          <p:attrName>ppt_y</p:attrName>
                                        </p:attrNameLst>
                                      </p:cBhvr>
                                      <p:tavLst>
                                        <p:tav tm="0">
                                          <p:val>
                                            <p:strVal val="1+#ppt_h/2"/>
                                          </p:val>
                                        </p:tav>
                                        <p:tav tm="100000">
                                          <p:val>
                                            <p:strVal val="#ppt_y"/>
                                          </p:val>
                                        </p:tav>
                                      </p:tavLst>
                                    </p:anim>
                                  </p:childTnLst>
                                </p:cTn>
                              </p:par>
                            </p:childTnLst>
                          </p:cTn>
                        </p:par>
                        <p:par>
                          <p:cTn id="54" fill="hold">
                            <p:stCondLst>
                              <p:cond delay="5000"/>
                            </p:stCondLst>
                            <p:childTnLst>
                              <p:par>
                                <p:cTn id="55" presetID="2" presetClass="entr" presetSubtype="4" fill="hold" grpId="0" nodeType="afterEffect">
                                  <p:stCondLst>
                                    <p:cond delay="0"/>
                                  </p:stCondLst>
                                  <p:childTnLst>
                                    <p:set>
                                      <p:cBhvr>
                                        <p:cTn id="56" dur="1" fill="hold">
                                          <p:stCondLst>
                                            <p:cond delay="0"/>
                                          </p:stCondLst>
                                        </p:cTn>
                                        <p:tgtEl>
                                          <p:spTgt spid="80"/>
                                        </p:tgtEl>
                                        <p:attrNameLst>
                                          <p:attrName>style.visibility</p:attrName>
                                        </p:attrNameLst>
                                      </p:cBhvr>
                                      <p:to>
                                        <p:strVal val="visible"/>
                                      </p:to>
                                    </p:set>
                                    <p:anim calcmode="lin" valueType="num">
                                      <p:cBhvr additive="base">
                                        <p:cTn id="57" dur="250" fill="hold"/>
                                        <p:tgtEl>
                                          <p:spTgt spid="80"/>
                                        </p:tgtEl>
                                        <p:attrNameLst>
                                          <p:attrName>ppt_x</p:attrName>
                                        </p:attrNameLst>
                                      </p:cBhvr>
                                      <p:tavLst>
                                        <p:tav tm="0">
                                          <p:val>
                                            <p:strVal val="#ppt_x"/>
                                          </p:val>
                                        </p:tav>
                                        <p:tav tm="100000">
                                          <p:val>
                                            <p:strVal val="#ppt_x"/>
                                          </p:val>
                                        </p:tav>
                                      </p:tavLst>
                                    </p:anim>
                                    <p:anim calcmode="lin" valueType="num">
                                      <p:cBhvr additive="base">
                                        <p:cTn id="58" dur="250" fill="hold"/>
                                        <p:tgtEl>
                                          <p:spTgt spid="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bldLvl="0" animBg="1"/>
      <p:bldP spid="2" grpId="0"/>
      <p:bldP spid="6" grpId="0"/>
      <p:bldP spid="41" grpId="0" bldLvl="0" animBg="1"/>
      <p:bldP spid="43" grpId="0"/>
      <p:bldP spid="75" grpId="0" bldLvl="0" animBg="1"/>
      <p:bldP spid="76" grpId="0" bldLvl="0" animBg="1"/>
      <p:bldP spid="8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548130" y="3245485"/>
            <a:ext cx="6668135" cy="645160"/>
          </a:xfrm>
          <a:prstGeom prst="rect">
            <a:avLst/>
          </a:prstGeom>
        </p:spPr>
        <p:txBody>
          <a:bodyPr wrap="square">
            <a:spAutoFit/>
            <a:extLst>
              <a:ext uri="{4A0BC546-FE56-4ADE-93B0-CB8AF2F6F144}">
                <wpsdc:textFrameExt xmlns:wpsdc="http://www.wps.cn/officeDocument/2022/drawingmlCustomData" type="text"/>
              </a:ext>
            </a:extLst>
          </a:bodyPr>
          <a:p>
            <a:pPr algn="ctr"/>
            <a:r>
              <a:rPr lang="en-US" altLang="zh-CN" sz="3600">
                <a:latin typeface="Arial" panose="020B0604020202020204" pitchFamily="34" charset="0"/>
                <a:ea typeface="微软雅黑" panose="020B0503020204020204" charset="-122"/>
                <a:hlinkClick r:id="rId1" action="ppaction://hlinkfile"/>
              </a:rPr>
              <a:t>Business Letter Templates</a:t>
            </a:r>
            <a:endParaRPr lang="en-US" altLang="zh-CN" sz="3600">
              <a:latin typeface="Arial" panose="020B0604020202020204" pitchFamily="34" charset="0"/>
              <a:ea typeface="微软雅黑" panose="020B0503020204020204" charset="-122"/>
            </a:endParaRPr>
          </a:p>
        </p:txBody>
      </p:sp>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2"/>
          <p:cNvSpPr>
            <a:spLocks noGrp="1"/>
          </p:cNvSpPr>
          <p:nvPr>
            <p:ph type="title"/>
          </p:nvPr>
        </p:nvSpPr>
        <p:spPr/>
        <p:txBody>
          <a:bodyPr vert="horz" wrap="square" lIns="91440" tIns="45720" rIns="91440" bIns="45720" anchor="ctr" anchorCtr="0"/>
          <a:p>
            <a:pPr eaLnBrk="1" hangingPunct="1"/>
            <a:r>
              <a:rPr lang="en-US" altLang="zh-CN" dirty="0">
                <a:ea typeface="宋体" panose="02010600030101010101" pitchFamily="2" charset="-122"/>
              </a:rPr>
              <a:t>Letters of Invitation </a:t>
            </a:r>
            <a:endParaRPr lang="en-US" altLang="zh-CN" dirty="0">
              <a:ea typeface="宋体" panose="02010600030101010101" pitchFamily="2" charset="-122"/>
            </a:endParaRPr>
          </a:p>
        </p:txBody>
      </p:sp>
      <p:sp>
        <p:nvSpPr>
          <p:cNvPr id="11267" name="Rectangle 3"/>
          <p:cNvSpPr>
            <a:spLocks noGrp="1"/>
          </p:cNvSpPr>
          <p:nvPr>
            <p:ph idx="1"/>
          </p:nvPr>
        </p:nvSpPr>
        <p:spPr>
          <a:xfrm>
            <a:off x="900113" y="1125538"/>
            <a:ext cx="7715250" cy="5345112"/>
          </a:xfrm>
        </p:spPr>
        <p:txBody>
          <a:bodyPr vert="horz" wrap="square" lIns="91440" tIns="45720" rIns="91440" bIns="45720" anchor="t" anchorCtr="0"/>
          <a:p>
            <a:pPr eaLnBrk="1" hangingPunct="1"/>
            <a:r>
              <a:rPr lang="zh-CN" altLang="en-US" dirty="0">
                <a:ea typeface="宋体" panose="02010600030101010101" pitchFamily="2" charset="-122"/>
              </a:rPr>
              <a:t> </a:t>
            </a:r>
            <a:r>
              <a:rPr lang="en-US" altLang="zh-CN" dirty="0">
                <a:ea typeface="宋体" panose="02010600030101010101" pitchFamily="2" charset="-122"/>
              </a:rPr>
              <a:t>Format </a:t>
            </a:r>
            <a:endParaRPr lang="en-US" altLang="zh-CN" dirty="0">
              <a:ea typeface="宋体" panose="02010600030101010101" pitchFamily="2" charset="-122"/>
            </a:endParaRPr>
          </a:p>
          <a:p>
            <a:pPr lvl="1" eaLnBrk="1" hangingPunct="1"/>
            <a:r>
              <a:rPr lang="en-US" altLang="zh-CN" dirty="0">
                <a:solidFill>
                  <a:srgbClr val="87033C"/>
                </a:solidFill>
                <a:ea typeface="宋体" panose="02010600030101010101" pitchFamily="2" charset="-122"/>
              </a:rPr>
              <a:t>Letterhead </a:t>
            </a:r>
            <a:endParaRPr lang="en-US" altLang="zh-CN" dirty="0">
              <a:solidFill>
                <a:srgbClr val="87033C"/>
              </a:solidFill>
              <a:ea typeface="宋体" panose="02010600030101010101" pitchFamily="2" charset="-122"/>
            </a:endParaRPr>
          </a:p>
          <a:p>
            <a:pPr lvl="1" eaLnBrk="1" hangingPunct="1"/>
            <a:r>
              <a:rPr lang="en-US" altLang="zh-CN" dirty="0">
                <a:solidFill>
                  <a:srgbClr val="87033C"/>
                </a:solidFill>
                <a:ea typeface="宋体" panose="02010600030101010101" pitchFamily="2" charset="-122"/>
              </a:rPr>
              <a:t>Date </a:t>
            </a:r>
            <a:endParaRPr lang="en-US" altLang="zh-CN" dirty="0">
              <a:solidFill>
                <a:srgbClr val="87033C"/>
              </a:solidFill>
              <a:ea typeface="宋体" panose="02010600030101010101" pitchFamily="2" charset="-122"/>
            </a:endParaRPr>
          </a:p>
          <a:p>
            <a:pPr lvl="1" eaLnBrk="1" hangingPunct="1"/>
            <a:r>
              <a:rPr lang="en-US" altLang="zh-CN" dirty="0">
                <a:solidFill>
                  <a:srgbClr val="87033C"/>
                </a:solidFill>
                <a:ea typeface="宋体" panose="02010600030101010101" pitchFamily="2" charset="-122"/>
              </a:rPr>
              <a:t>Inside Address </a:t>
            </a:r>
            <a:endParaRPr lang="en-US" altLang="zh-CN" dirty="0">
              <a:solidFill>
                <a:srgbClr val="87033C"/>
              </a:solidFill>
              <a:ea typeface="宋体" panose="02010600030101010101" pitchFamily="2" charset="-122"/>
            </a:endParaRPr>
          </a:p>
          <a:p>
            <a:pPr lvl="1" eaLnBrk="1" hangingPunct="1"/>
            <a:r>
              <a:rPr lang="en-US" altLang="zh-CN" dirty="0">
                <a:solidFill>
                  <a:srgbClr val="87033C"/>
                </a:solidFill>
                <a:ea typeface="宋体" panose="02010600030101010101" pitchFamily="2" charset="-122"/>
              </a:rPr>
              <a:t>Salutation </a:t>
            </a:r>
            <a:endParaRPr lang="en-US" altLang="zh-CN" dirty="0">
              <a:solidFill>
                <a:srgbClr val="87033C"/>
              </a:solidFill>
              <a:ea typeface="宋体" panose="02010600030101010101" pitchFamily="2" charset="-122"/>
            </a:endParaRPr>
          </a:p>
          <a:p>
            <a:pPr lvl="1" eaLnBrk="1" hangingPunct="1"/>
            <a:r>
              <a:rPr lang="en-US" altLang="zh-CN" dirty="0">
                <a:solidFill>
                  <a:srgbClr val="87033C"/>
                </a:solidFill>
                <a:ea typeface="宋体" panose="02010600030101010101" pitchFamily="2" charset="-122"/>
              </a:rPr>
              <a:t>Body </a:t>
            </a:r>
            <a:endParaRPr lang="en-US" altLang="zh-CN" dirty="0">
              <a:solidFill>
                <a:srgbClr val="87033C"/>
              </a:solidFill>
              <a:ea typeface="宋体" panose="02010600030101010101" pitchFamily="2" charset="-122"/>
            </a:endParaRPr>
          </a:p>
          <a:p>
            <a:pPr lvl="1" eaLnBrk="1" hangingPunct="1"/>
            <a:r>
              <a:rPr lang="en-US" altLang="zh-CN" dirty="0">
                <a:solidFill>
                  <a:srgbClr val="87033C"/>
                </a:solidFill>
                <a:ea typeface="宋体" panose="02010600030101010101" pitchFamily="2" charset="-122"/>
              </a:rPr>
              <a:t>Complimentary Close </a:t>
            </a:r>
            <a:endParaRPr lang="en-US" altLang="zh-CN" dirty="0">
              <a:solidFill>
                <a:srgbClr val="87033C"/>
              </a:solidFill>
              <a:ea typeface="宋体" panose="02010600030101010101" pitchFamily="2" charset="-122"/>
            </a:endParaRPr>
          </a:p>
          <a:p>
            <a:pPr lvl="1" eaLnBrk="1" hangingPunct="1"/>
            <a:r>
              <a:rPr lang="en-US" altLang="zh-CN" dirty="0">
                <a:solidFill>
                  <a:srgbClr val="87033C"/>
                </a:solidFill>
                <a:ea typeface="宋体" panose="02010600030101010101" pitchFamily="2" charset="-122"/>
              </a:rPr>
              <a:t>Signature</a:t>
            </a:r>
            <a:r>
              <a:rPr lang="en-US" altLang="zh-CN" dirty="0">
                <a:ea typeface="宋体" panose="02010600030101010101" pitchFamily="2" charset="-122"/>
              </a:rPr>
              <a:t> </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Enclosure (if any) </a:t>
            </a:r>
            <a:endParaRPr lang="en-US" altLang="zh-CN" dirty="0">
              <a:ea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nvPr>
        </p:nvGraphicFramePr>
        <p:xfrm>
          <a:off x="457200" y="2784130"/>
          <a:ext cx="8229600" cy="3394472"/>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 name="椭圆 4"/>
          <p:cNvSpPr/>
          <p:nvPr/>
        </p:nvSpPr>
        <p:spPr>
          <a:xfrm>
            <a:off x="2843808" y="1923481"/>
            <a:ext cx="3528392" cy="1450456"/>
          </a:xfrm>
          <a:prstGeom prst="ellipse">
            <a:avLst/>
          </a:prstGeom>
          <a:solidFill>
            <a:schemeClr val="bg2">
              <a:lumMod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tx1"/>
                </a:solidFill>
              </a:rPr>
              <a:t>Body of the letter </a:t>
            </a:r>
            <a:endParaRPr lang="zh-CN" altLang="en-US" sz="2400" dirty="0">
              <a:solidFill>
                <a:schemeClr val="tx1"/>
              </a:solidFill>
            </a:endParaRPr>
          </a:p>
        </p:txBody>
      </p:sp>
      <p:cxnSp>
        <p:nvCxnSpPr>
          <p:cNvPr id="7" name="直接连接符 6"/>
          <p:cNvCxnSpPr/>
          <p:nvPr/>
        </p:nvCxnSpPr>
        <p:spPr>
          <a:xfrm flipH="1">
            <a:off x="1475656" y="3147617"/>
            <a:ext cx="1800200" cy="93610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3635896" y="3373937"/>
            <a:ext cx="432048" cy="709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220072" y="3373937"/>
            <a:ext cx="442392" cy="709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6084168" y="3075609"/>
            <a:ext cx="1728192" cy="1008112"/>
          </a:xfrm>
          <a:prstGeom prst="line">
            <a:avLst/>
          </a:prstGeom>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2987675" y="188595"/>
            <a:ext cx="4572000" cy="645160"/>
          </a:xfrm>
          <a:prstGeom prst="rect">
            <a:avLst/>
          </a:prstGeom>
          <a:noFill/>
        </p:spPr>
        <p:txBody>
          <a:bodyPr wrap="square" rtlCol="0" anchor="t">
            <a:spAutoFit/>
          </a:bodyPr>
          <a:p>
            <a:r>
              <a:rPr lang="en-US" altLang="zh-CN" sz="3600" dirty="0">
                <a:solidFill>
                  <a:schemeClr val="bg1"/>
                </a:solidFill>
                <a:ea typeface="宋体" panose="02010600030101010101" pitchFamily="2" charset="-122"/>
                <a:sym typeface="+mn-ea"/>
              </a:rPr>
              <a:t>Letters of Invitation</a:t>
            </a:r>
            <a:r>
              <a:rPr lang="en-US" altLang="zh-CN" dirty="0">
                <a:ea typeface="宋体" panose="02010600030101010101" pitchFamily="2" charset="-122"/>
                <a:sym typeface="+mn-ea"/>
              </a:rPr>
              <a:t> </a:t>
            </a:r>
            <a:endParaRPr lang="en-US" altLang="zh-CN" dirty="0">
              <a:ea typeface="宋体" panose="02010600030101010101" pitchFamily="2" charset="-122"/>
              <a:sym typeface="+mn-ea"/>
            </a:endParaRPr>
          </a:p>
        </p:txBody>
      </p:sp>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2"/>
          <p:cNvSpPr>
            <a:spLocks noGrp="1"/>
          </p:cNvSpPr>
          <p:nvPr>
            <p:ph type="title"/>
          </p:nvPr>
        </p:nvSpPr>
        <p:spPr/>
        <p:txBody>
          <a:bodyPr vert="horz" wrap="square" lIns="91440" tIns="45720" rIns="91440" bIns="45720" anchor="ctr" anchorCtr="0"/>
          <a:p>
            <a:pPr eaLnBrk="1" hangingPunct="1"/>
            <a:r>
              <a:rPr lang="en-US" altLang="zh-CN" dirty="0">
                <a:ea typeface="宋体" panose="02010600030101010101" pitchFamily="2" charset="-122"/>
              </a:rPr>
              <a:t>Content </a:t>
            </a:r>
            <a:endParaRPr lang="en-US" altLang="zh-CN" dirty="0">
              <a:ea typeface="宋体" panose="02010600030101010101" pitchFamily="2" charset="-122"/>
            </a:endParaRPr>
          </a:p>
        </p:txBody>
      </p:sp>
      <p:sp>
        <p:nvSpPr>
          <p:cNvPr id="13315" name="Rectangle 3"/>
          <p:cNvSpPr>
            <a:spLocks noGrp="1"/>
          </p:cNvSpPr>
          <p:nvPr>
            <p:ph idx="1"/>
          </p:nvPr>
        </p:nvSpPr>
        <p:spPr>
          <a:xfrm>
            <a:off x="468313" y="1268413"/>
            <a:ext cx="8507412" cy="5272087"/>
          </a:xfrm>
        </p:spPr>
        <p:txBody>
          <a:bodyPr vert="horz" wrap="square" lIns="91440" tIns="45720" rIns="91440" bIns="45720" anchor="t" anchorCtr="0"/>
          <a:p>
            <a:pPr eaLnBrk="1" hangingPunct="1">
              <a:lnSpc>
                <a:spcPct val="80000"/>
              </a:lnSpc>
            </a:pPr>
            <a:r>
              <a:rPr lang="zh-CN" altLang="en-US" sz="2800" dirty="0">
                <a:ea typeface="宋体" panose="02010600030101010101" pitchFamily="2" charset="-122"/>
              </a:rPr>
              <a:t> </a:t>
            </a:r>
            <a:r>
              <a:rPr lang="en-US" altLang="zh-CN" sz="2800" dirty="0">
                <a:ea typeface="宋体" panose="02010600030101010101" pitchFamily="2" charset="-122"/>
              </a:rPr>
              <a:t>Content (the body of the letter)</a:t>
            </a:r>
            <a:endParaRPr lang="en-US" altLang="zh-CN" sz="2800" dirty="0">
              <a:ea typeface="宋体" panose="02010600030101010101" pitchFamily="2" charset="-122"/>
            </a:endParaRPr>
          </a:p>
          <a:p>
            <a:pPr lvl="1" eaLnBrk="1" hangingPunct="1">
              <a:lnSpc>
                <a:spcPct val="80000"/>
              </a:lnSpc>
            </a:pPr>
            <a:r>
              <a:rPr lang="en-US" altLang="zh-CN" sz="2400" dirty="0">
                <a:solidFill>
                  <a:schemeClr val="folHlink"/>
                </a:solidFill>
                <a:ea typeface="宋体" panose="02010600030101010101" pitchFamily="2" charset="-122"/>
              </a:rPr>
              <a:t>Extending invitation</a:t>
            </a:r>
            <a:r>
              <a:rPr lang="en-US" altLang="zh-CN" sz="2400" dirty="0">
                <a:ea typeface="宋体" panose="02010600030101010101" pitchFamily="2" charset="-122"/>
              </a:rPr>
              <a:t> </a:t>
            </a:r>
            <a:endParaRPr lang="en-US" altLang="zh-CN" sz="2400" dirty="0">
              <a:ea typeface="宋体" panose="02010600030101010101" pitchFamily="2" charset="-122"/>
            </a:endParaRPr>
          </a:p>
          <a:p>
            <a:pPr lvl="2" eaLnBrk="1" hangingPunct="1">
              <a:lnSpc>
                <a:spcPct val="80000"/>
              </a:lnSpc>
            </a:pPr>
            <a:r>
              <a:rPr lang="en-US" altLang="zh-CN" sz="2000" dirty="0">
                <a:ea typeface="宋体" panose="02010600030101010101" pitchFamily="2" charset="-122"/>
              </a:rPr>
              <a:t>On behalf of…, I am pleased to invite you…</a:t>
            </a:r>
            <a:endParaRPr lang="en-US" altLang="zh-CN" sz="2000" dirty="0">
              <a:ea typeface="宋体" panose="02010600030101010101" pitchFamily="2" charset="-122"/>
            </a:endParaRPr>
          </a:p>
          <a:p>
            <a:pPr lvl="2" eaLnBrk="1" hangingPunct="1">
              <a:lnSpc>
                <a:spcPct val="80000"/>
              </a:lnSpc>
            </a:pPr>
            <a:r>
              <a:rPr lang="en-US" altLang="zh-CN" sz="2000" dirty="0">
                <a:ea typeface="宋体" panose="02010600030101010101" pitchFamily="2" charset="-122"/>
              </a:rPr>
              <a:t>I am writing to ask if you are willing to present…</a:t>
            </a:r>
            <a:endParaRPr lang="en-US" altLang="zh-CN" sz="2000" dirty="0">
              <a:ea typeface="宋体" panose="02010600030101010101" pitchFamily="2" charset="-122"/>
            </a:endParaRPr>
          </a:p>
          <a:p>
            <a:pPr lvl="1" eaLnBrk="1" hangingPunct="1">
              <a:lnSpc>
                <a:spcPct val="80000"/>
              </a:lnSpc>
            </a:pPr>
            <a:r>
              <a:rPr lang="en-US" altLang="zh-CN" sz="2400" dirty="0">
                <a:solidFill>
                  <a:schemeClr val="folHlink"/>
                </a:solidFill>
                <a:ea typeface="宋体" panose="02010600030101010101" pitchFamily="2" charset="-122"/>
              </a:rPr>
              <a:t>The purpose of the conference</a:t>
            </a:r>
            <a:r>
              <a:rPr lang="en-US" altLang="zh-CN" sz="2400" dirty="0">
                <a:ea typeface="宋体" panose="02010600030101010101" pitchFamily="2" charset="-122"/>
              </a:rPr>
              <a:t> </a:t>
            </a:r>
            <a:endParaRPr lang="en-US" altLang="zh-CN" sz="2400" dirty="0">
              <a:ea typeface="宋体" panose="02010600030101010101" pitchFamily="2" charset="-122"/>
            </a:endParaRPr>
          </a:p>
          <a:p>
            <a:pPr lvl="2" eaLnBrk="1" hangingPunct="1">
              <a:lnSpc>
                <a:spcPct val="80000"/>
              </a:lnSpc>
            </a:pPr>
            <a:r>
              <a:rPr lang="en-US" altLang="zh-CN" sz="2000" dirty="0">
                <a:ea typeface="宋体" panose="02010600030101010101" pitchFamily="2" charset="-122"/>
              </a:rPr>
              <a:t>The theme of the 19</a:t>
            </a:r>
            <a:r>
              <a:rPr lang="en-US" altLang="zh-CN" sz="2000" baseline="30000" dirty="0">
                <a:ea typeface="宋体" panose="02010600030101010101" pitchFamily="2" charset="-122"/>
              </a:rPr>
              <a:t>th</a:t>
            </a:r>
            <a:r>
              <a:rPr lang="en-US" altLang="zh-CN" sz="2000" dirty="0">
                <a:ea typeface="宋体" panose="02010600030101010101" pitchFamily="2" charset="-122"/>
              </a:rPr>
              <a:t> ICCE is…</a:t>
            </a:r>
            <a:endParaRPr lang="en-US" altLang="zh-CN" sz="2000" dirty="0">
              <a:ea typeface="宋体" panose="02010600030101010101" pitchFamily="2" charset="-122"/>
            </a:endParaRPr>
          </a:p>
          <a:p>
            <a:pPr lvl="2" eaLnBrk="1" hangingPunct="1">
              <a:lnSpc>
                <a:spcPct val="80000"/>
              </a:lnSpc>
            </a:pPr>
            <a:r>
              <a:rPr lang="en-US" altLang="zh-CN" sz="2000" dirty="0">
                <a:ea typeface="宋体" panose="02010600030101010101" pitchFamily="2" charset="-122"/>
              </a:rPr>
              <a:t>The conference aims at…</a:t>
            </a:r>
            <a:endParaRPr lang="en-US" altLang="zh-CN" sz="2000" dirty="0">
              <a:ea typeface="宋体" panose="02010600030101010101" pitchFamily="2" charset="-122"/>
            </a:endParaRPr>
          </a:p>
          <a:p>
            <a:pPr lvl="1" eaLnBrk="1" hangingPunct="1">
              <a:lnSpc>
                <a:spcPct val="80000"/>
              </a:lnSpc>
            </a:pPr>
            <a:r>
              <a:rPr lang="en-US" altLang="zh-CN" sz="2400" dirty="0">
                <a:solidFill>
                  <a:schemeClr val="folHlink"/>
                </a:solidFill>
                <a:ea typeface="宋体" panose="02010600030101010101" pitchFamily="2" charset="-122"/>
              </a:rPr>
              <a:t>Expecting attendance</a:t>
            </a:r>
            <a:r>
              <a:rPr lang="en-US" altLang="zh-CN" sz="2400" dirty="0">
                <a:ea typeface="宋体" panose="02010600030101010101" pitchFamily="2" charset="-122"/>
              </a:rPr>
              <a:t> </a:t>
            </a:r>
            <a:endParaRPr lang="en-US" altLang="zh-CN" sz="2400" dirty="0">
              <a:ea typeface="宋体" panose="02010600030101010101" pitchFamily="2" charset="-122"/>
            </a:endParaRPr>
          </a:p>
          <a:p>
            <a:pPr lvl="2" eaLnBrk="1" hangingPunct="1">
              <a:lnSpc>
                <a:spcPct val="80000"/>
              </a:lnSpc>
            </a:pPr>
            <a:r>
              <a:rPr lang="en-US" altLang="zh-CN" sz="2000" dirty="0">
                <a:ea typeface="宋体" panose="02010600030101010101" pitchFamily="2" charset="-122"/>
              </a:rPr>
              <a:t>We sincerely hope that you can accept this invitation</a:t>
            </a:r>
            <a:endParaRPr lang="en-US" altLang="zh-CN" sz="2000" dirty="0">
              <a:ea typeface="宋体" panose="02010600030101010101" pitchFamily="2" charset="-122"/>
            </a:endParaRPr>
          </a:p>
          <a:p>
            <a:pPr lvl="2" eaLnBrk="1" hangingPunct="1">
              <a:lnSpc>
                <a:spcPct val="80000"/>
              </a:lnSpc>
            </a:pPr>
            <a:r>
              <a:rPr lang="en-US" altLang="zh-CN" sz="2000" dirty="0">
                <a:ea typeface="宋体" panose="02010600030101010101" pitchFamily="2" charset="-122"/>
              </a:rPr>
              <a:t>We look forward to meeting you…</a:t>
            </a:r>
            <a:endParaRPr lang="en-US" altLang="zh-CN" sz="2000" dirty="0">
              <a:ea typeface="宋体" panose="02010600030101010101" pitchFamily="2" charset="-122"/>
            </a:endParaRPr>
          </a:p>
          <a:p>
            <a:pPr lvl="1" eaLnBrk="1" hangingPunct="1">
              <a:lnSpc>
                <a:spcPct val="80000"/>
              </a:lnSpc>
            </a:pPr>
            <a:r>
              <a:rPr lang="en-US" altLang="zh-CN" sz="2400" dirty="0">
                <a:solidFill>
                  <a:schemeClr val="folHlink"/>
                </a:solidFill>
                <a:ea typeface="宋体" panose="02010600030101010101" pitchFamily="2" charset="-122"/>
              </a:rPr>
              <a:t>Meals, accommodations, expenses, fees, etc.</a:t>
            </a:r>
            <a:r>
              <a:rPr lang="en-US" altLang="zh-CN" sz="2400" dirty="0">
                <a:ea typeface="宋体" panose="02010600030101010101" pitchFamily="2" charset="-122"/>
              </a:rPr>
              <a:t> </a:t>
            </a:r>
            <a:endParaRPr lang="en-US" altLang="zh-CN" sz="2400" dirty="0">
              <a:ea typeface="宋体" panose="02010600030101010101" pitchFamily="2" charset="-122"/>
            </a:endParaRPr>
          </a:p>
          <a:p>
            <a:pPr lvl="2" eaLnBrk="1" hangingPunct="1">
              <a:lnSpc>
                <a:spcPct val="80000"/>
              </a:lnSpc>
            </a:pPr>
            <a:r>
              <a:rPr lang="en-US" altLang="zh-CN" sz="2000" dirty="0">
                <a:ea typeface="宋体" panose="02010600030101010101" pitchFamily="2" charset="-122"/>
              </a:rPr>
              <a:t>You will be provided with local expenses…</a:t>
            </a:r>
            <a:endParaRPr lang="en-US" altLang="zh-CN" sz="2000" dirty="0">
              <a:ea typeface="宋体" panose="02010600030101010101" pitchFamily="2" charset="-122"/>
            </a:endParaRPr>
          </a:p>
          <a:p>
            <a:pPr lvl="2" eaLnBrk="1" hangingPunct="1">
              <a:lnSpc>
                <a:spcPct val="80000"/>
              </a:lnSpc>
            </a:pPr>
            <a:r>
              <a:rPr lang="en-US" altLang="zh-CN" sz="2000" dirty="0">
                <a:ea typeface="宋体" panose="02010600030101010101" pitchFamily="2" charset="-122"/>
              </a:rPr>
              <a:t>Our department will reimburse your traveling and hotel expenses. </a:t>
            </a:r>
            <a:endParaRPr lang="en-US" altLang="zh-CN" sz="2000" dirty="0">
              <a:ea typeface="宋体" panose="02010600030101010101" pitchFamily="2" charset="-122"/>
            </a:endParaRPr>
          </a:p>
          <a:p>
            <a:pPr lvl="1" eaLnBrk="1" hangingPunct="1">
              <a:lnSpc>
                <a:spcPct val="80000"/>
              </a:lnSpc>
            </a:pPr>
            <a:r>
              <a:rPr lang="en-US" altLang="zh-CN" sz="2400" dirty="0">
                <a:solidFill>
                  <a:schemeClr val="folHlink"/>
                </a:solidFill>
                <a:ea typeface="宋体" panose="02010600030101010101" pitchFamily="2" charset="-122"/>
              </a:rPr>
              <a:t>Contact info for enquiries</a:t>
            </a:r>
            <a:endParaRPr lang="en-US" altLang="zh-CN" sz="2400" dirty="0">
              <a:solidFill>
                <a:schemeClr val="folHlink"/>
              </a:solidFill>
              <a:ea typeface="宋体"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2"/>
          <p:cNvSpPr>
            <a:spLocks noGrp="1"/>
          </p:cNvSpPr>
          <p:nvPr>
            <p:ph type="title"/>
          </p:nvPr>
        </p:nvSpPr>
        <p:spPr/>
        <p:txBody>
          <a:bodyPr vert="horz" wrap="square" lIns="91440" tIns="45720" rIns="91440" bIns="45720" anchor="ctr" anchorCtr="0"/>
          <a:p>
            <a:pPr eaLnBrk="1" hangingPunct="1"/>
            <a:r>
              <a:rPr lang="en-US" altLang="zh-CN" sz="3200" dirty="0">
                <a:ea typeface="宋体" panose="02010600030101010101" pitchFamily="2" charset="-122"/>
              </a:rPr>
              <a:t>Vocabulary </a:t>
            </a:r>
            <a:endParaRPr lang="en-US" altLang="zh-CN" sz="3200" dirty="0">
              <a:ea typeface="宋体" panose="02010600030101010101" pitchFamily="2" charset="-122"/>
            </a:endParaRPr>
          </a:p>
        </p:txBody>
      </p:sp>
      <p:sp>
        <p:nvSpPr>
          <p:cNvPr id="14339" name="Rectangle 3"/>
          <p:cNvSpPr>
            <a:spLocks noGrp="1"/>
          </p:cNvSpPr>
          <p:nvPr>
            <p:ph idx="1"/>
          </p:nvPr>
        </p:nvSpPr>
        <p:spPr>
          <a:xfrm>
            <a:off x="971550" y="1557338"/>
            <a:ext cx="7643813" cy="5026025"/>
          </a:xfrm>
        </p:spPr>
        <p:txBody>
          <a:bodyPr vert="horz" wrap="square" lIns="91440" tIns="45720" rIns="91440" bIns="45720" anchor="t" anchorCtr="0"/>
          <a:p>
            <a:pPr eaLnBrk="1" hangingPunct="1">
              <a:lnSpc>
                <a:spcPct val="90000"/>
              </a:lnSpc>
            </a:pPr>
            <a:r>
              <a:rPr lang="en-US" altLang="zh-CN" sz="2400" dirty="0">
                <a:ea typeface="宋体" panose="02010600030101010101" pitchFamily="2" charset="-122"/>
              </a:rPr>
              <a:t>airfare: </a:t>
            </a:r>
            <a:r>
              <a:rPr lang="en-US" altLang="zh-CN" sz="2400" i="1" dirty="0">
                <a:ea typeface="宋体" panose="02010600030101010101" pitchFamily="2" charset="-122"/>
              </a:rPr>
              <a:t>n</a:t>
            </a:r>
            <a:r>
              <a:rPr lang="en-US" altLang="zh-CN" sz="2400" dirty="0">
                <a:ea typeface="宋体" panose="02010600030101010101" pitchFamily="2" charset="-122"/>
              </a:rPr>
              <a:t>. transportation charge on airplane </a:t>
            </a:r>
            <a:endParaRPr lang="en-US" altLang="zh-CN" sz="2400" dirty="0">
              <a:ea typeface="宋体" panose="02010600030101010101" pitchFamily="2" charset="-122"/>
            </a:endParaRPr>
          </a:p>
          <a:p>
            <a:pPr eaLnBrk="1" hangingPunct="1">
              <a:lnSpc>
                <a:spcPct val="90000"/>
              </a:lnSpc>
            </a:pPr>
            <a:r>
              <a:rPr lang="en-US" altLang="zh-CN" sz="2400" dirty="0">
                <a:ea typeface="宋体" panose="02010600030101010101" pitchFamily="2" charset="-122"/>
              </a:rPr>
              <a:t>cordially: </a:t>
            </a:r>
            <a:r>
              <a:rPr lang="en-US" altLang="zh-CN" sz="2400" i="1" dirty="0">
                <a:ea typeface="宋体" panose="02010600030101010101" pitchFamily="2" charset="-122"/>
              </a:rPr>
              <a:t>adv</a:t>
            </a:r>
            <a:r>
              <a:rPr lang="en-US" altLang="zh-CN" sz="2400" dirty="0">
                <a:ea typeface="宋体" panose="02010600030101010101" pitchFamily="2" charset="-122"/>
              </a:rPr>
              <a:t>. in a friendly but polite and formal way</a:t>
            </a:r>
            <a:endParaRPr lang="en-US" altLang="zh-CN" sz="2400" dirty="0">
              <a:ea typeface="宋体" panose="02010600030101010101" pitchFamily="2" charset="-122"/>
            </a:endParaRPr>
          </a:p>
          <a:p>
            <a:pPr eaLnBrk="1" hangingPunct="1">
              <a:lnSpc>
                <a:spcPct val="90000"/>
              </a:lnSpc>
            </a:pPr>
            <a:r>
              <a:rPr lang="en-US" altLang="zh-CN" sz="2400" dirty="0">
                <a:ea typeface="宋体" panose="02010600030101010101" pitchFamily="2" charset="-122"/>
              </a:rPr>
              <a:t>convener: </a:t>
            </a:r>
            <a:r>
              <a:rPr lang="en-US" altLang="zh-CN" sz="2400" i="1" dirty="0">
                <a:ea typeface="宋体" panose="02010600030101010101" pitchFamily="2" charset="-122"/>
              </a:rPr>
              <a:t>n</a:t>
            </a:r>
            <a:r>
              <a:rPr lang="en-US" altLang="zh-CN" sz="2400" dirty="0">
                <a:ea typeface="宋体" panose="02010600030101010101" pitchFamily="2" charset="-122"/>
              </a:rPr>
              <a:t>. sb. who chairs a meeting, committee, etc.</a:t>
            </a:r>
            <a:endParaRPr lang="en-US" altLang="zh-CN" sz="2400" dirty="0">
              <a:ea typeface="宋体" panose="02010600030101010101" pitchFamily="2" charset="-122"/>
            </a:endParaRPr>
          </a:p>
          <a:p>
            <a:pPr eaLnBrk="1" hangingPunct="1">
              <a:lnSpc>
                <a:spcPct val="90000"/>
              </a:lnSpc>
            </a:pPr>
            <a:r>
              <a:rPr lang="en-US" altLang="zh-CN" sz="2400" dirty="0">
                <a:ea typeface="宋体" panose="02010600030101010101" pitchFamily="2" charset="-122"/>
              </a:rPr>
              <a:t>Finite or Infinite Dimensional Complex Analysis: </a:t>
            </a:r>
            <a:r>
              <a:rPr lang="zh-CN" altLang="en-US" sz="2400" dirty="0">
                <a:ea typeface="宋体" panose="02010600030101010101" pitchFamily="2" charset="-122"/>
              </a:rPr>
              <a:t>有限或无限维的复分析 </a:t>
            </a:r>
            <a:endParaRPr lang="zh-CN" altLang="en-US" sz="2400" dirty="0">
              <a:ea typeface="宋体" panose="02010600030101010101" pitchFamily="2" charset="-122"/>
            </a:endParaRPr>
          </a:p>
          <a:p>
            <a:pPr eaLnBrk="1" hangingPunct="1">
              <a:lnSpc>
                <a:spcPct val="90000"/>
              </a:lnSpc>
            </a:pPr>
            <a:r>
              <a:rPr lang="en-US" altLang="zh-CN" sz="2400" dirty="0">
                <a:ea typeface="宋体" panose="02010600030101010101" pitchFamily="2" charset="-122"/>
              </a:rPr>
              <a:t>incidental expenses:</a:t>
            </a:r>
            <a:r>
              <a:rPr lang="zh-CN" altLang="en-US" sz="2400" dirty="0">
                <a:ea typeface="宋体" panose="02010600030101010101" pitchFamily="2" charset="-122"/>
              </a:rPr>
              <a:t>  附带（发生的）费用</a:t>
            </a:r>
            <a:endParaRPr lang="zh-CN" altLang="en-US" sz="2400" dirty="0">
              <a:ea typeface="宋体" panose="02010600030101010101" pitchFamily="2" charset="-122"/>
            </a:endParaRPr>
          </a:p>
          <a:p>
            <a:pPr eaLnBrk="1" hangingPunct="1">
              <a:lnSpc>
                <a:spcPct val="90000"/>
              </a:lnSpc>
            </a:pPr>
            <a:r>
              <a:rPr lang="en-US" altLang="zh-CN" sz="2400" dirty="0">
                <a:ea typeface="宋体" panose="02010600030101010101" pitchFamily="2" charset="-122"/>
              </a:rPr>
              <a:t>stipend:</a:t>
            </a:r>
            <a:r>
              <a:rPr lang="zh-CN" altLang="en-US" sz="2400" dirty="0">
                <a:ea typeface="宋体" panose="02010600030101010101" pitchFamily="2" charset="-122"/>
              </a:rPr>
              <a:t> </a:t>
            </a:r>
            <a:r>
              <a:rPr lang="en-US" altLang="zh-CN" sz="2400" i="1" dirty="0">
                <a:ea typeface="宋体" panose="02010600030101010101" pitchFamily="2" charset="-122"/>
              </a:rPr>
              <a:t>n.</a:t>
            </a:r>
            <a:r>
              <a:rPr lang="en-US" altLang="zh-CN" sz="2400" dirty="0">
                <a:ea typeface="宋体" panose="02010600030101010101" pitchFamily="2" charset="-122"/>
              </a:rPr>
              <a:t> a sum of money that is paid for living expenses. </a:t>
            </a:r>
            <a:endParaRPr lang="zh-CN" altLang="en-US" sz="2400" dirty="0">
              <a:ea typeface="宋体" panose="02010600030101010101" pitchFamily="2" charset="-122"/>
            </a:endParaRPr>
          </a:p>
          <a:p>
            <a:pPr eaLnBrk="1" hangingPunct="1">
              <a:lnSpc>
                <a:spcPct val="90000"/>
              </a:lnSpc>
            </a:pPr>
            <a:r>
              <a:rPr lang="en-US" altLang="zh-CN" sz="2400" dirty="0">
                <a:ea typeface="宋体" panose="02010600030101010101" pitchFamily="2" charset="-122"/>
              </a:rPr>
              <a:t>Youngstown: </a:t>
            </a:r>
            <a:r>
              <a:rPr lang="zh-CN" altLang="en-US" sz="2400" dirty="0">
                <a:ea typeface="宋体" panose="02010600030101010101" pitchFamily="2" charset="-122"/>
              </a:rPr>
              <a:t>杨斯顿，俄亥俄州东北部一城市</a:t>
            </a:r>
            <a:endParaRPr lang="zh-CN" altLang="en-US" sz="2400" dirty="0">
              <a:ea typeface="宋体" panose="02010600030101010101" pitchFamily="2" charset="-122"/>
            </a:endParaRPr>
          </a:p>
          <a:p>
            <a:pPr eaLnBrk="1" hangingPunct="1">
              <a:lnSpc>
                <a:spcPct val="90000"/>
              </a:lnSpc>
            </a:pPr>
            <a:endParaRPr lang="zh-CN" altLang="en-US" sz="2400" dirty="0">
              <a:ea typeface="宋体" panose="02010600030101010101" pitchFamily="2" charset="-122"/>
            </a:endParaRPr>
          </a:p>
          <a:p>
            <a:pPr eaLnBrk="1" hangingPunct="1">
              <a:lnSpc>
                <a:spcPct val="90000"/>
              </a:lnSpc>
            </a:pPr>
            <a:endParaRPr lang="zh-CN" altLang="en-US" sz="2400" dirty="0">
              <a:ea typeface="宋体" panose="02010600030101010101" pitchFamily="2" charset="-122"/>
            </a:endParaRPr>
          </a:p>
          <a:p>
            <a:pPr eaLnBrk="1" hangingPunct="1">
              <a:lnSpc>
                <a:spcPct val="90000"/>
              </a:lnSpc>
            </a:pPr>
            <a:endParaRPr lang="en-US" altLang="zh-CN" sz="2400" dirty="0">
              <a:ea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a:spLocks noGrp="1"/>
          </p:cNvSpPr>
          <p:nvPr>
            <p:ph type="title"/>
          </p:nvPr>
        </p:nvSpPr>
        <p:spPr/>
        <p:txBody>
          <a:bodyPr vert="horz" wrap="square" lIns="91440" tIns="45720" rIns="91440" bIns="45720" anchor="ctr" anchorCtr="0"/>
          <a:p>
            <a:pPr eaLnBrk="1" hangingPunct="1"/>
            <a:r>
              <a:rPr lang="en-US" altLang="zh-CN" sz="3200" dirty="0">
                <a:ea typeface="宋体" panose="02010600030101010101" pitchFamily="2" charset="-122"/>
              </a:rPr>
              <a:t>Sample Demonstration </a:t>
            </a:r>
            <a:endParaRPr lang="en-US" altLang="zh-CN" sz="3200" dirty="0">
              <a:ea typeface="宋体" panose="02010600030101010101" pitchFamily="2" charset="-122"/>
            </a:endParaRPr>
          </a:p>
        </p:txBody>
      </p:sp>
      <p:sp>
        <p:nvSpPr>
          <p:cNvPr id="15363" name="Rectangle 5"/>
          <p:cNvSpPr>
            <a:spLocks noGrp="1"/>
          </p:cNvSpPr>
          <p:nvPr>
            <p:ph idx="1"/>
          </p:nvPr>
        </p:nvSpPr>
        <p:spPr>
          <a:xfrm>
            <a:off x="539115" y="916305"/>
            <a:ext cx="8229600" cy="5026025"/>
          </a:xfrm>
        </p:spPr>
        <p:txBody>
          <a:bodyPr vert="horz" wrap="square" lIns="91440" tIns="45720" rIns="91440" bIns="45720" anchor="t" anchorCtr="0"/>
          <a:p>
            <a:pPr algn="ctr" eaLnBrk="1" hangingPunct="1">
              <a:buNone/>
            </a:pPr>
            <a:endParaRPr lang="zh-CN" altLang="en-US" dirty="0">
              <a:ea typeface="宋体" panose="02010600030101010101" pitchFamily="2" charset="-122"/>
            </a:endParaRPr>
          </a:p>
          <a:p>
            <a:pPr algn="ctr" eaLnBrk="1" hangingPunct="1">
              <a:buNone/>
            </a:pPr>
            <a:r>
              <a:rPr lang="zh-CN" altLang="en-US" dirty="0">
                <a:ea typeface="宋体" panose="02010600030101010101" pitchFamily="2" charset="-122"/>
              </a:rPr>
              <a:t> </a:t>
            </a:r>
            <a:r>
              <a:rPr lang="en-US" altLang="zh-CN" dirty="0">
                <a:ea typeface="宋体" panose="02010600030101010101" pitchFamily="2" charset="-122"/>
                <a:hlinkClick r:id="rId1" action="ppaction://hlinkfile"/>
              </a:rPr>
              <a:t>Sample 1</a:t>
            </a:r>
            <a:endParaRPr lang="en-US" altLang="zh-CN" dirty="0">
              <a:ea typeface="宋体" panose="02010600030101010101" pitchFamily="2" charset="-122"/>
            </a:endParaRPr>
          </a:p>
          <a:p>
            <a:pPr algn="ctr" eaLnBrk="1" hangingPunct="1">
              <a:buNone/>
            </a:pPr>
            <a:r>
              <a:rPr lang="en-US" altLang="zh-CN" dirty="0">
                <a:ea typeface="宋体" panose="02010600030101010101" pitchFamily="2" charset="-122"/>
              </a:rPr>
              <a:t>Invitation Letter for an</a:t>
            </a:r>
            <a:endParaRPr lang="en-US" altLang="zh-CN" dirty="0">
              <a:ea typeface="宋体" panose="02010600030101010101" pitchFamily="2" charset="-122"/>
            </a:endParaRPr>
          </a:p>
          <a:p>
            <a:pPr algn="ctr" eaLnBrk="1" hangingPunct="1">
              <a:buNone/>
            </a:pPr>
            <a:r>
              <a:rPr lang="en-US" altLang="zh-CN" dirty="0">
                <a:ea typeface="宋体" panose="02010600030101010101" pitchFamily="2" charset="-122"/>
              </a:rPr>
              <a:t>Academic Exchange Program </a:t>
            </a:r>
            <a:endParaRPr lang="en-US" altLang="zh-CN" dirty="0">
              <a:ea typeface="宋体" panose="02010600030101010101" pitchFamily="2" charset="-122"/>
            </a:endParaRPr>
          </a:p>
          <a:p>
            <a:pPr algn="ctr" eaLnBrk="1" hangingPunct="1">
              <a:buNone/>
            </a:pPr>
            <a:r>
              <a:rPr lang="zh-CN" altLang="en-US" dirty="0">
                <a:ea typeface="宋体" panose="02010600030101010101" pitchFamily="2" charset="-122"/>
                <a:sym typeface="+mn-ea"/>
              </a:rPr>
              <a:t> </a:t>
            </a:r>
            <a:r>
              <a:rPr lang="en-US" altLang="zh-CN" dirty="0">
                <a:ea typeface="宋体" panose="02010600030101010101" pitchFamily="2" charset="-122"/>
                <a:sym typeface="+mn-ea"/>
                <a:hlinkClick r:id="rId2" action="ppaction://hlinkfile"/>
              </a:rPr>
              <a:t>Sample 3</a:t>
            </a:r>
            <a:endParaRPr lang="en-US" altLang="zh-CN" dirty="0">
              <a:ea typeface="宋体" panose="02010600030101010101" pitchFamily="2" charset="-122"/>
            </a:endParaRPr>
          </a:p>
          <a:p>
            <a:pPr algn="ctr" eaLnBrk="1" hangingPunct="1">
              <a:buNone/>
            </a:pPr>
            <a:r>
              <a:rPr lang="en-US" altLang="zh-CN" dirty="0">
                <a:ea typeface="宋体" panose="02010600030101010101" pitchFamily="2" charset="-122"/>
                <a:sym typeface="+mn-ea"/>
              </a:rPr>
              <a:t>Invitation Letter for </a:t>
            </a:r>
            <a:endParaRPr lang="en-US" altLang="zh-CN" dirty="0">
              <a:ea typeface="宋体" panose="02010600030101010101" pitchFamily="2" charset="-122"/>
            </a:endParaRPr>
          </a:p>
          <a:p>
            <a:pPr algn="ctr" eaLnBrk="1" hangingPunct="1">
              <a:buNone/>
            </a:pPr>
            <a:r>
              <a:rPr lang="en-US" altLang="zh-CN" dirty="0">
                <a:ea typeface="宋体" panose="02010600030101010101" pitchFamily="2" charset="-122"/>
                <a:sym typeface="+mn-ea"/>
              </a:rPr>
              <a:t>the Conference on  Mathematics </a:t>
            </a:r>
            <a:endParaRPr lang="en-US" altLang="zh-CN" dirty="0">
              <a:ea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Learning Aids</a:t>
            </a:r>
            <a:endParaRPr lang="zh-CN" altLang="en-US"/>
          </a:p>
        </p:txBody>
      </p:sp>
      <p:sp>
        <p:nvSpPr>
          <p:cNvPr id="3" name="内容占位符 2"/>
          <p:cNvSpPr>
            <a:spLocks noGrp="1"/>
          </p:cNvSpPr>
          <p:nvPr>
            <p:ph idx="1"/>
          </p:nvPr>
        </p:nvSpPr>
        <p:spPr/>
        <p:txBody>
          <a:bodyPr/>
          <a:p>
            <a:pPr marL="0" indent="0">
              <a:buNone/>
            </a:pPr>
            <a:r>
              <a:rPr lang="en-US" altLang="en-US" sz="2800"/>
              <a:t>①</a:t>
            </a:r>
            <a:r>
              <a:rPr lang="en-US" altLang="zh-CN" sz="2800"/>
              <a:t>Two main business letter formats</a:t>
            </a:r>
            <a:endParaRPr lang="en-US" altLang="zh-CN" sz="2800"/>
          </a:p>
          <a:p>
            <a:pPr marL="0" indent="0">
              <a:buNone/>
            </a:pPr>
            <a:r>
              <a:rPr lang="en-US" altLang="en-US" sz="2800"/>
              <a:t>●</a:t>
            </a:r>
            <a:r>
              <a:rPr lang="en-US" altLang="zh-CN" sz="2800"/>
              <a:t>Full  block  format</a:t>
            </a:r>
            <a:endParaRPr lang="en-US" altLang="zh-CN" sz="2800"/>
          </a:p>
          <a:p>
            <a:r>
              <a:rPr lang="en-US" altLang="zh-CN" sz="2800"/>
              <a:t>This format  is  very  modern</a:t>
            </a:r>
            <a:endParaRPr lang="en-US" altLang="zh-CN" sz="2800"/>
          </a:p>
          <a:p>
            <a:r>
              <a:rPr lang="en-US" altLang="zh-CN" sz="2800"/>
              <a:t>Every  line  of  the  letter  begins  at  the  left margin(flush   left)</a:t>
            </a:r>
            <a:endParaRPr lang="en-US" altLang="zh-CN" sz="2800"/>
          </a:p>
          <a:p>
            <a:r>
              <a:rPr lang="en-US" altLang="zh-CN" sz="2800"/>
              <a:t>A  space   of  one   line   between   paragraphs.</a:t>
            </a:r>
            <a:endParaRPr lang="en-US" altLang="zh-CN" sz="2800"/>
          </a:p>
          <a:p>
            <a:r>
              <a:rPr lang="en-US" altLang="zh-CN" sz="2800"/>
              <a:t>Open   punctuation: no   punctuation   marks outside the  body  of the  letter,except for  a comma after the salutation and the complementary close respectively.</a:t>
            </a:r>
            <a:endParaRPr lang="en-US" altLang="zh-CN" sz="2800"/>
          </a:p>
          <a:p>
            <a:endParaRPr lang="en-US" altLang="zh-CN" sz="2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Learning Aids</a:t>
            </a:r>
            <a:endParaRPr lang="zh-CN" altLang="en-US"/>
          </a:p>
        </p:txBody>
      </p:sp>
      <p:sp>
        <p:nvSpPr>
          <p:cNvPr id="3" name="内容占位符 2"/>
          <p:cNvSpPr>
            <a:spLocks noGrp="1"/>
          </p:cNvSpPr>
          <p:nvPr>
            <p:ph idx="1"/>
          </p:nvPr>
        </p:nvSpPr>
        <p:spPr>
          <a:xfrm>
            <a:off x="457200" y="1268730"/>
            <a:ext cx="8229600" cy="5026025"/>
          </a:xfrm>
        </p:spPr>
        <p:txBody>
          <a:bodyPr/>
          <a:p>
            <a:pPr marL="0" indent="0">
              <a:buNone/>
            </a:pPr>
            <a:r>
              <a:rPr lang="en-US" altLang="en-US"/>
              <a:t>①</a:t>
            </a:r>
            <a:r>
              <a:rPr lang="en-US" altLang="zh-CN"/>
              <a:t>Two main business letter formats</a:t>
            </a:r>
            <a:endParaRPr lang="en-US" altLang="zh-CN"/>
          </a:p>
          <a:p>
            <a:pPr marL="0" indent="0">
              <a:buNone/>
            </a:pPr>
            <a:r>
              <a:rPr lang="en-US" altLang="en-US"/>
              <a:t>●</a:t>
            </a:r>
            <a:r>
              <a:rPr lang="en-US" altLang="zh-CN"/>
              <a:t>Semi-block/ indented  format</a:t>
            </a:r>
            <a:endParaRPr lang="en-US" altLang="zh-CN"/>
          </a:p>
          <a:p>
            <a:r>
              <a:rPr lang="en-US" altLang="zh-CN"/>
              <a:t>The date and the complimentary  close  near  the  right  margin.</a:t>
            </a:r>
            <a:endParaRPr lang="en-US" altLang="zh-CN"/>
          </a:p>
          <a:p>
            <a:r>
              <a:rPr lang="en-US" altLang="zh-CN"/>
              <a:t>The  first  line  of  each paragraph is indented,with no space of one line between paragraphs. </a:t>
            </a:r>
            <a:endParaRPr lang="en-US" altLang="zh-CN"/>
          </a:p>
          <a:p>
            <a:r>
              <a:rPr lang="en-US" altLang="zh-CN"/>
              <a:t>If  the  letterhead  isn't  preprinted  on  the  stationery,you  should   put  it directly above the date.</a:t>
            </a:r>
            <a:endParaRPr lang="en-US" altLang="zh-CN"/>
          </a:p>
          <a:p>
            <a:endParaRPr lang="en-US" altLang="zh-C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Learning Aids</a:t>
            </a:r>
            <a:endParaRPr lang="zh-CN" altLang="en-US"/>
          </a:p>
        </p:txBody>
      </p:sp>
      <p:sp>
        <p:nvSpPr>
          <p:cNvPr id="3" name="内容占位符 2"/>
          <p:cNvSpPr>
            <a:spLocks noGrp="1"/>
          </p:cNvSpPr>
          <p:nvPr>
            <p:ph idx="1"/>
          </p:nvPr>
        </p:nvSpPr>
        <p:spPr>
          <a:xfrm>
            <a:off x="457200" y="1268730"/>
            <a:ext cx="8229600" cy="5026025"/>
          </a:xfrm>
        </p:spPr>
        <p:txBody>
          <a:bodyPr/>
          <a:p>
            <a:pPr marL="0" indent="0">
              <a:buNone/>
            </a:pPr>
            <a:r>
              <a:rPr lang="en-US" altLang="en-US" sz="2800"/>
              <a:t>②</a:t>
            </a:r>
            <a:r>
              <a:rPr lang="en-US" altLang="zh-CN" sz="2800"/>
              <a:t>Explanation  of  invitation  letters</a:t>
            </a:r>
            <a:endParaRPr lang="en-US" altLang="zh-CN" sz="2800"/>
          </a:p>
          <a:p>
            <a:pPr marL="0" indent="0">
              <a:buNone/>
            </a:pPr>
            <a:r>
              <a:rPr lang="en-US" altLang="en-US" sz="2800"/>
              <a:t>●</a:t>
            </a:r>
            <a:r>
              <a:rPr lang="en-US" altLang="zh-CN" sz="2800"/>
              <a:t>Letterhead</a:t>
            </a:r>
            <a:endParaRPr lang="en-US" altLang="zh-CN" sz="2800"/>
          </a:p>
          <a:p>
            <a:r>
              <a:rPr lang="en-US" altLang="zh-CN" sz="2800"/>
              <a:t>It usually appears at  the  very  top  of  the  letter,either  in  the  left  corner,right  corner,or  at the  center.Wherever  you  put  it,be  sure  that  your  address  is  complete. </a:t>
            </a:r>
            <a:endParaRPr lang="en-US" altLang="zh-CN" sz="2800"/>
          </a:p>
          <a:p>
            <a:r>
              <a:rPr lang="en-US" altLang="zh-CN" sz="2800"/>
              <a:t>e.g.:</a:t>
            </a:r>
            <a:endParaRPr lang="en-US" altLang="zh-CN" sz="2800"/>
          </a:p>
          <a:p>
            <a:r>
              <a:rPr lang="en-US" altLang="zh-CN" sz="2800"/>
              <a:t>School of Law</a:t>
            </a:r>
            <a:endParaRPr lang="en-US" altLang="zh-CN" sz="2800"/>
          </a:p>
          <a:p>
            <a:r>
              <a:rPr lang="en-US" altLang="zh-CN" sz="2800"/>
              <a:t>Shandong University</a:t>
            </a:r>
            <a:endParaRPr lang="en-US" altLang="zh-CN" sz="2800"/>
          </a:p>
          <a:p>
            <a:r>
              <a:rPr lang="en-US" altLang="zh-CN" sz="2800"/>
              <a:t>Jinan,Shandong 250100</a:t>
            </a:r>
            <a:endParaRPr lang="en-US" altLang="zh-CN" sz="2800"/>
          </a:p>
          <a:p>
            <a:r>
              <a:rPr lang="en-US" altLang="zh-CN" sz="2800"/>
              <a:t>P.R.China</a:t>
            </a:r>
            <a:endParaRPr lang="en-US" altLang="zh-CN" sz="2800"/>
          </a:p>
          <a:p>
            <a:endParaRPr lang="en-US" altLang="zh-CN" sz="28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Learning Aids</a:t>
            </a:r>
            <a:endParaRPr lang="zh-CN" altLang="en-US"/>
          </a:p>
        </p:txBody>
      </p:sp>
      <p:sp>
        <p:nvSpPr>
          <p:cNvPr id="3" name="内容占位符 2"/>
          <p:cNvSpPr>
            <a:spLocks noGrp="1"/>
          </p:cNvSpPr>
          <p:nvPr>
            <p:ph idx="1"/>
          </p:nvPr>
        </p:nvSpPr>
        <p:spPr/>
        <p:txBody>
          <a:bodyPr/>
          <a:p>
            <a:pPr marL="0" indent="0">
              <a:buNone/>
            </a:pPr>
            <a:r>
              <a:rPr lang="en-US" altLang="en-US"/>
              <a:t>●</a:t>
            </a:r>
            <a:r>
              <a:rPr lang="en-US" altLang="zh-CN" sz="2400"/>
              <a:t>Date</a:t>
            </a:r>
            <a:endParaRPr lang="en-US" altLang="zh-CN" sz="2400"/>
          </a:p>
          <a:p>
            <a:r>
              <a:rPr lang="en-US" altLang="zh-CN" sz="2400"/>
              <a:t>Put  down  the </a:t>
            </a:r>
            <a:r>
              <a:rPr lang="en-US" altLang="zh-CN" sz="2400">
                <a:solidFill>
                  <a:srgbClr val="FF0000"/>
                </a:solidFill>
              </a:rPr>
              <a:t> full  date</a:t>
            </a:r>
            <a:r>
              <a:rPr lang="en-US" altLang="zh-CN" sz="2400"/>
              <a:t>:day,month,and  year.It  comes   right  after  and just below your address.It is a common practice to put the date against the  left  margin  in the full  block  style.The date of the  letter should  be quite clear.The year should be given in full,the month should be written in words to avoid misunderstanding and confusion,and the day may be written i</a:t>
            </a:r>
            <a:r>
              <a:rPr lang="en-US" altLang="zh-CN" sz="2400">
                <a:solidFill>
                  <a:srgbClr val="FF0000"/>
                </a:solidFill>
              </a:rPr>
              <a:t>n cardinal or  ordinal  numbers </a:t>
            </a:r>
            <a:r>
              <a:rPr lang="en-US" altLang="zh-CN" sz="2400"/>
              <a:t> and  may be put before(British style) or after (American  style) the  month.</a:t>
            </a:r>
            <a:endParaRPr lang="en-US" altLang="zh-CN" sz="2400"/>
          </a:p>
          <a:p>
            <a:r>
              <a:rPr lang="en-US" altLang="zh-CN" sz="2400">
                <a:solidFill>
                  <a:srgbClr val="FF0000"/>
                </a:solidFill>
              </a:rPr>
              <a:t>British Style</a:t>
            </a:r>
            <a:r>
              <a:rPr lang="en-US" altLang="zh-CN" sz="2400"/>
              <a:t>:8 May,2006      8th March,2006</a:t>
            </a:r>
            <a:endParaRPr lang="en-US" altLang="zh-CN" sz="2400"/>
          </a:p>
          <a:p>
            <a:r>
              <a:rPr lang="en-US" altLang="zh-CN" sz="2400">
                <a:solidFill>
                  <a:srgbClr val="FF0000"/>
                </a:solidFill>
              </a:rPr>
              <a:t>American  Style</a:t>
            </a:r>
            <a:r>
              <a:rPr lang="en-US" altLang="zh-CN" sz="2400"/>
              <a:t>:May  8,2006       March  8th,2004</a:t>
            </a:r>
            <a:endParaRPr lang="en-US" altLang="zh-CN" sz="2400"/>
          </a:p>
          <a:p>
            <a:endParaRPr lang="en-US" altLang="zh-CN" sz="2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Learning Aids</a:t>
            </a:r>
            <a:endParaRPr lang="zh-CN" altLang="en-US"/>
          </a:p>
        </p:txBody>
      </p:sp>
      <p:sp>
        <p:nvSpPr>
          <p:cNvPr id="3" name="内容占位符 2"/>
          <p:cNvSpPr>
            <a:spLocks noGrp="1"/>
          </p:cNvSpPr>
          <p:nvPr>
            <p:ph idx="1"/>
          </p:nvPr>
        </p:nvSpPr>
        <p:spPr/>
        <p:txBody>
          <a:bodyPr/>
          <a:p>
            <a:pPr marL="0" indent="0">
              <a:buNone/>
            </a:pPr>
            <a:r>
              <a:rPr lang="en-US" altLang="zh-CN" sz="2800"/>
              <a:t>Inside   address</a:t>
            </a:r>
            <a:endParaRPr lang="en-US" altLang="zh-CN" sz="2800"/>
          </a:p>
          <a:p>
            <a:r>
              <a:rPr lang="en-US" altLang="zh-CN" sz="2800"/>
              <a:t>Always on the left margin.</a:t>
            </a:r>
            <a:endParaRPr lang="en-US" altLang="zh-CN" sz="2800"/>
          </a:p>
          <a:p>
            <a:r>
              <a:rPr lang="en-US" altLang="zh-CN" sz="2800"/>
              <a:t>Courtesy title (e.g .Mrs., Ms.,Miss,Mr.), Professional  title(e.g.Dr.,Professor)</a:t>
            </a:r>
            <a:endParaRPr lang="en-US" altLang="zh-CN" sz="2800"/>
          </a:p>
          <a:p>
            <a:r>
              <a:rPr lang="en-US" altLang="zh-CN" sz="2800"/>
              <a:t>Business title (e.g.Manager, Director), Courtesy and  professional titles always appear  before the name while  business  titles  come  after  the  name.</a:t>
            </a:r>
            <a:endParaRPr lang="en-US" altLang="zh-CN" sz="2800"/>
          </a:p>
          <a:p>
            <a:r>
              <a:rPr lang="en-US" altLang="zh-CN" sz="2800"/>
              <a:t>Never  use  business titles  in  the  salutation.</a:t>
            </a:r>
            <a:endParaRPr lang="en-US" altLang="zh-CN" sz="2800"/>
          </a:p>
          <a:p>
            <a:r>
              <a:rPr lang="en-US" altLang="zh-CN" sz="2800"/>
              <a:t>Remember  to  make  the  inside  address  as complete as possible.</a:t>
            </a:r>
            <a:endParaRPr lang="en-US" altLang="zh-CN" sz="2800"/>
          </a:p>
          <a:p>
            <a:endParaRPr lang="en-US" altLang="zh-CN" sz="28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Learning Aids</a:t>
            </a:r>
            <a:endParaRPr lang="zh-CN" altLang="en-US"/>
          </a:p>
        </p:txBody>
      </p:sp>
      <p:sp>
        <p:nvSpPr>
          <p:cNvPr id="3" name="内容占位符 2"/>
          <p:cNvSpPr>
            <a:spLocks noGrp="1"/>
          </p:cNvSpPr>
          <p:nvPr>
            <p:ph idx="1"/>
          </p:nvPr>
        </p:nvSpPr>
        <p:spPr/>
        <p:txBody>
          <a:bodyPr/>
          <a:p>
            <a:pPr marL="0" indent="0">
              <a:buNone/>
            </a:pPr>
            <a:r>
              <a:rPr lang="en-US" altLang="zh-CN"/>
              <a:t>Salutation</a:t>
            </a:r>
            <a:endParaRPr lang="en-US" altLang="zh-CN"/>
          </a:p>
          <a:p>
            <a:r>
              <a:rPr lang="en-US" altLang="zh-CN"/>
              <a:t>This is a greeting to the recipient.</a:t>
            </a:r>
            <a:endParaRPr lang="en-US" altLang="zh-CN"/>
          </a:p>
          <a:p>
            <a:r>
              <a:rPr lang="en-US" altLang="zh-CN"/>
              <a:t>e.g.Dear Ms.Ann Mellon (use Ms. for a woman recipient when her marital status is not known or when she prefers Ms.),or Mr.John Wood,or Dear Professor Williams.</a:t>
            </a:r>
            <a:endParaRPr lang="en-US" altLang="zh-CN"/>
          </a:p>
          <a:p>
            <a:r>
              <a:rPr lang="en-US" altLang="zh-CN"/>
              <a:t>Salutation is also always on the left margin.</a:t>
            </a:r>
            <a:endParaRPr lang="en-US" altLang="zh-CN"/>
          </a:p>
          <a:p>
            <a:endParaRPr lang="en-US" altLang="zh-C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Learning Aids</a:t>
            </a:r>
            <a:endParaRPr lang="zh-CN" altLang="en-US"/>
          </a:p>
        </p:txBody>
      </p:sp>
      <p:sp>
        <p:nvSpPr>
          <p:cNvPr id="3" name="内容占位符 2"/>
          <p:cNvSpPr>
            <a:spLocks noGrp="1"/>
          </p:cNvSpPr>
          <p:nvPr>
            <p:ph idx="1"/>
          </p:nvPr>
        </p:nvSpPr>
        <p:spPr/>
        <p:txBody>
          <a:bodyPr/>
          <a:p>
            <a:pPr latinLnBrk="0">
              <a:lnSpc>
                <a:spcPct val="200000"/>
              </a:lnSpc>
              <a:spcBef>
                <a:spcPts val="0"/>
              </a:spcBef>
              <a:buFont typeface="Wingdings" panose="05000000000000000000" charset="0"/>
              <a:buChar char="l"/>
            </a:pPr>
            <a:r>
              <a:rPr lang="en-US" altLang="zh-CN"/>
              <a:t>Body of the letter</a:t>
            </a:r>
            <a:endParaRPr lang="en-US" altLang="zh-CN"/>
          </a:p>
          <a:p>
            <a:pPr latinLnBrk="0">
              <a:lnSpc>
                <a:spcPct val="200000"/>
              </a:lnSpc>
              <a:spcBef>
                <a:spcPts val="0"/>
              </a:spcBef>
            </a:pPr>
            <a:r>
              <a:rPr lang="en-US" altLang="zh-CN"/>
              <a:t>The  body  of  the  letter—the  message—is  the  most  important  part. </a:t>
            </a:r>
            <a:endParaRPr lang="en-US" altLang="zh-CN"/>
          </a:p>
          <a:p>
            <a:pPr latinLnBrk="0">
              <a:lnSpc>
                <a:spcPct val="200000"/>
              </a:lnSpc>
              <a:spcBef>
                <a:spcPts val="0"/>
              </a:spcBef>
              <a:buFont typeface="Wingdings" panose="05000000000000000000" charset="0"/>
              <a:buChar char="l"/>
            </a:pPr>
            <a:endParaRPr lang="en-US" altLang="zh-C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Learning Aids</a:t>
            </a:r>
            <a:endParaRPr lang="zh-CN" altLang="en-US"/>
          </a:p>
        </p:txBody>
      </p:sp>
      <p:sp>
        <p:nvSpPr>
          <p:cNvPr id="3" name="内容占位符 2"/>
          <p:cNvSpPr>
            <a:spLocks noGrp="1"/>
          </p:cNvSpPr>
          <p:nvPr>
            <p:ph idx="1"/>
          </p:nvPr>
        </p:nvSpPr>
        <p:spPr/>
        <p:txBody>
          <a:bodyPr/>
          <a:p>
            <a:pPr>
              <a:buFont typeface="Wingdings" panose="05000000000000000000" charset="0"/>
              <a:buChar char="l"/>
            </a:pPr>
            <a:r>
              <a:rPr lang="en-US" altLang="zh-CN"/>
              <a:t>Complimentary  close 1/2</a:t>
            </a:r>
            <a:endParaRPr lang="en-US" altLang="zh-CN"/>
          </a:p>
          <a:p>
            <a:r>
              <a:rPr lang="en-US" altLang="zh-CN"/>
              <a:t>Either on the left-hand side or right- hand side of the page,with the first letter capitalized,and followed by a comma.</a:t>
            </a:r>
            <a:endParaRPr lang="en-US" altLang="zh-CN"/>
          </a:p>
          <a:p>
            <a:r>
              <a:rPr lang="en-US" altLang="zh-CN"/>
              <a:t>Should  reflect your relationship with the recipient.</a:t>
            </a:r>
            <a:endParaRPr lang="en-US" altLang="zh-C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Learning Aids</a:t>
            </a:r>
            <a:endParaRPr lang="zh-CN" altLang="en-US"/>
          </a:p>
        </p:txBody>
      </p:sp>
      <p:sp>
        <p:nvSpPr>
          <p:cNvPr id="3" name="内容占位符 2"/>
          <p:cNvSpPr>
            <a:spLocks noGrp="1"/>
          </p:cNvSpPr>
          <p:nvPr>
            <p:ph idx="1"/>
          </p:nvPr>
        </p:nvSpPr>
        <p:spPr/>
        <p:txBody>
          <a:bodyPr/>
          <a:p>
            <a:pPr marL="0" indent="0">
              <a:buNone/>
            </a:pPr>
            <a:r>
              <a:rPr lang="en-US" altLang="zh-CN"/>
              <a:t>Examples</a:t>
            </a:r>
            <a:endParaRPr lang="en-US" altLang="zh-CN"/>
          </a:p>
          <a:p>
            <a:pPr marL="0" indent="0">
              <a:buNone/>
            </a:pPr>
            <a:r>
              <a:rPr lang="en-US" altLang="zh-CN"/>
              <a:t>(1)Formal  closes:</a:t>
            </a:r>
            <a:endParaRPr lang="en-US" altLang="zh-CN"/>
          </a:p>
          <a:p>
            <a:pPr marL="0" indent="0">
              <a:buNone/>
            </a:pPr>
            <a:r>
              <a:rPr lang="en-US" altLang="zh-CN"/>
              <a:t>Sincerely yours,Respectfully    yours,Very   truly   yours,Yours   sincerely,Yours   respectfully,Yours   truly, </a:t>
            </a:r>
            <a:endParaRPr lang="en-US" altLang="zh-CN"/>
          </a:p>
          <a:p>
            <a:pPr marL="0" indent="0">
              <a:buNone/>
            </a:pPr>
            <a:r>
              <a:rPr lang="en-US" altLang="zh-CN"/>
              <a:t>(2)Informal  closes(often  in  emails):</a:t>
            </a:r>
            <a:endParaRPr lang="en-US" altLang="zh-CN"/>
          </a:p>
          <a:p>
            <a:pPr marL="0" indent="0">
              <a:buNone/>
            </a:pPr>
            <a:r>
              <a:rPr lang="en-US" altLang="zh-CN"/>
              <a:t>Best regards,Best wishes,  With best wishes,</a:t>
            </a:r>
            <a:endParaRPr lang="en-US" altLang="zh-CN"/>
          </a:p>
          <a:p>
            <a:pPr marL="0" indent="0">
              <a:buNone/>
            </a:pPr>
            <a:r>
              <a:rPr lang="en-US" altLang="zh-CN"/>
              <a:t>All the best,     With respect,</a:t>
            </a:r>
            <a:endParaRPr lang="en-US" altLang="zh-C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Learning Aids</a:t>
            </a:r>
            <a:endParaRPr lang="zh-CN" altLang="en-US"/>
          </a:p>
        </p:txBody>
      </p:sp>
      <p:sp>
        <p:nvSpPr>
          <p:cNvPr id="3" name="内容占位符 2"/>
          <p:cNvSpPr>
            <a:spLocks noGrp="1"/>
          </p:cNvSpPr>
          <p:nvPr>
            <p:ph idx="1"/>
          </p:nvPr>
        </p:nvSpPr>
        <p:spPr/>
        <p:txBody>
          <a:bodyPr/>
          <a:p>
            <a:pPr>
              <a:buFont typeface="Wingdings" panose="05000000000000000000" charset="0"/>
              <a:buChar char="l"/>
            </a:pPr>
            <a:r>
              <a:rPr lang="en-US" altLang="zh-CN"/>
              <a:t>Signature</a:t>
            </a:r>
            <a:endParaRPr lang="en-US" altLang="zh-CN"/>
          </a:p>
          <a:p>
            <a:pPr marL="0" indent="0">
              <a:buNone/>
            </a:pPr>
            <a:r>
              <a:rPr lang="en-US" altLang="zh-CN"/>
              <a:t>An  English  letter  always  requires  to  be  signed,which  should  be  put </a:t>
            </a:r>
            <a:r>
              <a:rPr lang="en-US" altLang="zh-CN">
                <a:solidFill>
                  <a:srgbClr val="FF0000"/>
                </a:solidFill>
              </a:rPr>
              <a:t>between  the  complimentary  close  and  the  typed  name</a:t>
            </a:r>
            <a:r>
              <a:rPr lang="en-US" altLang="zh-CN"/>
              <a:t>,including  the writer's position or status in the organization.</a:t>
            </a:r>
            <a:endParaRPr lang="en-US" altLang="zh-CN"/>
          </a:p>
          <a:p>
            <a:pPr marL="0" indent="0">
              <a:buNone/>
            </a:pPr>
            <a:endParaRPr lang="en-US" altLang="zh-C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Learning Aids</a:t>
            </a:r>
            <a:endParaRPr lang="zh-CN" altLang="en-US"/>
          </a:p>
        </p:txBody>
      </p:sp>
      <p:sp>
        <p:nvSpPr>
          <p:cNvPr id="3" name="内容占位符 2"/>
          <p:cNvSpPr>
            <a:spLocks noGrp="1"/>
          </p:cNvSpPr>
          <p:nvPr>
            <p:ph idx="1"/>
          </p:nvPr>
        </p:nvSpPr>
        <p:spPr/>
        <p:txBody>
          <a:bodyPr/>
          <a:p>
            <a:pPr marL="0" indent="0">
              <a:buNone/>
            </a:pPr>
            <a:r>
              <a:rPr lang="en-US" altLang="en-US"/>
              <a:t>●</a:t>
            </a:r>
            <a:r>
              <a:rPr lang="en-US" altLang="zh-CN"/>
              <a:t>Enclosure(s)(if any)</a:t>
            </a:r>
            <a:endParaRPr lang="en-US" altLang="zh-CN"/>
          </a:p>
          <a:p>
            <a:r>
              <a:rPr lang="en-US" altLang="zh-CN"/>
              <a:t>This can be used to remind the recipient of the additional material(s) put in the invitation letter, such as an agenda of a conference or a curriculum vitae in an application letter. Some prefer the abbreviation Encl.</a:t>
            </a:r>
            <a:endParaRPr lang="en-US" altLang="zh-CN"/>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Learning Aids</a:t>
            </a:r>
            <a:endParaRPr lang="zh-CN" altLang="en-US"/>
          </a:p>
        </p:txBody>
      </p:sp>
      <p:sp>
        <p:nvSpPr>
          <p:cNvPr id="3" name="内容占位符 2"/>
          <p:cNvSpPr>
            <a:spLocks noGrp="1"/>
          </p:cNvSpPr>
          <p:nvPr>
            <p:ph idx="1"/>
          </p:nvPr>
        </p:nvSpPr>
        <p:spPr/>
        <p:txBody>
          <a:bodyPr/>
          <a:p>
            <a:pPr marL="0" indent="0">
              <a:buNone/>
            </a:pPr>
            <a:r>
              <a:rPr lang="en-US" altLang="en-US"/>
              <a:t>③</a:t>
            </a:r>
            <a:r>
              <a:rPr lang="en-US" altLang="zh-CN"/>
              <a:t>Tips  for  writing  an  invitation  letter 1/3</a:t>
            </a:r>
            <a:endParaRPr lang="en-US" altLang="zh-CN"/>
          </a:p>
          <a:p>
            <a:r>
              <a:rPr lang="en-US" altLang="zh-CN"/>
              <a:t>Make  sure  invitation  letters  are  </a:t>
            </a:r>
            <a:r>
              <a:rPr lang="en-US" altLang="zh-CN">
                <a:solidFill>
                  <a:srgbClr val="FF0000"/>
                </a:solidFill>
              </a:rPr>
              <a:t>cordial  and  enthusiastic</a:t>
            </a:r>
            <a:r>
              <a:rPr lang="en-US" altLang="zh-CN"/>
              <a:t>.</a:t>
            </a:r>
            <a:endParaRPr lang="en-US" altLang="zh-CN"/>
          </a:p>
          <a:p>
            <a:r>
              <a:rPr lang="en-US" altLang="zh-CN"/>
              <a:t>Send  invitation  letters  out  with  </a:t>
            </a:r>
            <a:r>
              <a:rPr lang="en-US" altLang="zh-CN">
                <a:solidFill>
                  <a:srgbClr val="FF0000"/>
                </a:solidFill>
              </a:rPr>
              <a:t>ample  advance  notice</a:t>
            </a:r>
            <a:r>
              <a:rPr lang="en-US" altLang="zh-CN"/>
              <a:t>.</a:t>
            </a:r>
            <a:endParaRPr lang="en-US" altLang="zh-CN"/>
          </a:p>
          <a:p>
            <a:r>
              <a:rPr lang="en-US" altLang="zh-CN"/>
              <a:t>Give  the  name  of  the   conference,the  time  and  the  venue  at  the beginning.</a:t>
            </a:r>
            <a:endParaRPr lang="en-US" altLang="zh-CN"/>
          </a:p>
          <a:p>
            <a:r>
              <a:rPr lang="en-US" altLang="zh-CN">
                <a:solidFill>
                  <a:srgbClr val="FF0000"/>
                </a:solidFill>
              </a:rPr>
              <a:t>Do  not  use  abbreviations </a:t>
            </a:r>
            <a:r>
              <a:rPr lang="en-US" altLang="zh-CN"/>
              <a:t> in  formal  invitations  except  for  name titles such as Mr., Mrs.,Ms.and   Dr.</a:t>
            </a:r>
            <a:endParaRPr lang="en-US" altLang="zh-CN"/>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Learning Aids</a:t>
            </a:r>
            <a:endParaRPr lang="zh-CN" altLang="en-US"/>
          </a:p>
        </p:txBody>
      </p:sp>
      <p:sp>
        <p:nvSpPr>
          <p:cNvPr id="3" name="内容占位符 2"/>
          <p:cNvSpPr>
            <a:spLocks noGrp="1"/>
          </p:cNvSpPr>
          <p:nvPr>
            <p:ph idx="1"/>
          </p:nvPr>
        </p:nvSpPr>
        <p:spPr/>
        <p:txBody>
          <a:bodyPr/>
          <a:p>
            <a:pPr marL="0" indent="0" latinLnBrk="0">
              <a:lnSpc>
                <a:spcPct val="120000"/>
              </a:lnSpc>
              <a:spcBef>
                <a:spcPts val="0"/>
              </a:spcBef>
              <a:buNone/>
            </a:pPr>
            <a:r>
              <a:rPr lang="en-US" altLang="en-US">
                <a:sym typeface="+mn-ea"/>
              </a:rPr>
              <a:t>③</a:t>
            </a:r>
            <a:r>
              <a:rPr lang="en-US" altLang="zh-CN">
                <a:sym typeface="+mn-ea"/>
              </a:rPr>
              <a:t>Tips  for  writing  an  invitation  letter 2/3</a:t>
            </a:r>
            <a:endParaRPr lang="en-US" altLang="zh-CN"/>
          </a:p>
          <a:p>
            <a:pPr latinLnBrk="0">
              <a:lnSpc>
                <a:spcPct val="120000"/>
              </a:lnSpc>
              <a:spcBef>
                <a:spcPts val="0"/>
              </a:spcBef>
            </a:pPr>
            <a:r>
              <a:rPr lang="en-US" altLang="zh-CN"/>
              <a:t>(Optionally)Include  any  accommodations  that  will   be   made,such  as  lodging,  meals  and  transportation.</a:t>
            </a:r>
            <a:endParaRPr lang="en-US" altLang="zh-CN"/>
          </a:p>
          <a:p>
            <a:pPr latinLnBrk="0">
              <a:lnSpc>
                <a:spcPct val="120000"/>
              </a:lnSpc>
              <a:spcBef>
                <a:spcPts val="0"/>
              </a:spcBef>
            </a:pPr>
            <a:r>
              <a:rPr lang="en-US" altLang="zh-CN"/>
              <a:t>Give the  name of the contact  person along with  phone  numbers and address(including email).</a:t>
            </a:r>
            <a:endParaRPr lang="en-US" altLang="zh-CN"/>
          </a:p>
          <a:p>
            <a:endParaRPr lang="en-US" altLang="zh-CN"/>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Learning Aids</a:t>
            </a:r>
            <a:endParaRPr lang="zh-CN" altLang="en-US"/>
          </a:p>
        </p:txBody>
      </p:sp>
      <p:sp>
        <p:nvSpPr>
          <p:cNvPr id="3" name="内容占位符 2"/>
          <p:cNvSpPr>
            <a:spLocks noGrp="1"/>
          </p:cNvSpPr>
          <p:nvPr>
            <p:ph idx="1"/>
          </p:nvPr>
        </p:nvSpPr>
        <p:spPr/>
        <p:txBody>
          <a:bodyPr/>
          <a:p>
            <a:pPr marL="0" indent="0">
              <a:buNone/>
            </a:pPr>
            <a:r>
              <a:rPr lang="en-US" altLang="en-US" sz="2800">
                <a:sym typeface="+mn-ea"/>
              </a:rPr>
              <a:t>③</a:t>
            </a:r>
            <a:r>
              <a:rPr lang="en-US" altLang="zh-CN" sz="2400">
                <a:sym typeface="+mn-ea"/>
              </a:rPr>
              <a:t>Tips  for  writing  an  invitation  letter 3/3</a:t>
            </a:r>
            <a:endParaRPr lang="en-US" altLang="zh-CN" sz="2400"/>
          </a:p>
          <a:p>
            <a:r>
              <a:rPr lang="en-US" altLang="zh-CN" sz="2400"/>
              <a:t>If you invite someone to speak at a conference/seminar,you should also  mention the type of speech,the topic or the scope and how long the speech will be.</a:t>
            </a:r>
            <a:endParaRPr lang="en-US" altLang="zh-CN" sz="2400"/>
          </a:p>
          <a:p>
            <a:r>
              <a:rPr lang="en-US" altLang="zh-CN" sz="2400">
                <a:sym typeface="+mn-ea"/>
              </a:rPr>
              <a:t>If  a  reply  is  required,place  R.S.V.P.(Please  reply)at  the  end  of  the invitation,often at the  left  corner.</a:t>
            </a:r>
            <a:endParaRPr lang="en-US" altLang="zh-CN" sz="2400"/>
          </a:p>
          <a:p>
            <a:r>
              <a:rPr lang="en-US" altLang="zh-CN" sz="2400">
                <a:sym typeface="+mn-ea"/>
              </a:rPr>
              <a:t>Check your letter for typos or any other mistakes in language,such as grammar,spelling,structure,etc.</a:t>
            </a:r>
            <a:endParaRPr lang="en-US" altLang="zh-CN" sz="2400"/>
          </a:p>
          <a:p>
            <a:r>
              <a:rPr lang="en-US" altLang="zh-CN" sz="2400">
                <a:sym typeface="+mn-ea"/>
              </a:rPr>
              <a:t>Keep the letter concise,factual,and to the point with a polite tone.And use language and terminology familiar to the intended recipients.</a:t>
            </a:r>
            <a:endParaRPr lang="en-US" altLang="zh-CN" sz="2400"/>
          </a:p>
          <a:p>
            <a:endParaRPr lang="en-US" altLang="zh-CN" sz="2800"/>
          </a:p>
          <a:p>
            <a:endParaRPr lang="en-US" altLang="zh-CN" sz="28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3"/>
          <p:cNvSpPr>
            <a:spLocks noGrp="1"/>
          </p:cNvSpPr>
          <p:nvPr>
            <p:ph idx="1"/>
          </p:nvPr>
        </p:nvSpPr>
        <p:spPr>
          <a:xfrm>
            <a:off x="457200" y="1341438"/>
            <a:ext cx="8229600" cy="5256212"/>
          </a:xfrm>
        </p:spPr>
        <p:txBody>
          <a:bodyPr vert="horz" wrap="square" lIns="91440" tIns="45720" rIns="91440" bIns="45720" anchor="t" anchorCtr="0"/>
          <a:p>
            <a:pPr eaLnBrk="1" hangingPunct="1"/>
            <a:r>
              <a:rPr lang="en-US" altLang="zh-CN" dirty="0">
                <a:ea typeface="宋体" panose="02010600030101010101" pitchFamily="2" charset="-122"/>
              </a:rPr>
              <a:t> </a:t>
            </a:r>
            <a:r>
              <a:rPr lang="en-US" altLang="zh-CN" u="sng" dirty="0">
                <a:ea typeface="宋体" panose="02010600030101010101" pitchFamily="2" charset="-122"/>
              </a:rPr>
              <a:t>A letter of acceptance</a:t>
            </a:r>
            <a:r>
              <a:rPr lang="en-US" altLang="zh-CN" dirty="0">
                <a:ea typeface="宋体" panose="02010600030101010101" pitchFamily="2" charset="-122"/>
              </a:rPr>
              <a:t> is to inform the conference host/organizer of your acceptance of the invitation and attendance at the conference. </a:t>
            </a:r>
            <a:endParaRPr lang="en-US" altLang="zh-CN" dirty="0">
              <a:ea typeface="宋体" panose="02010600030101010101" pitchFamily="2" charset="-122"/>
            </a:endParaRPr>
          </a:p>
          <a:p>
            <a:pPr eaLnBrk="1" hangingPunct="1"/>
            <a:r>
              <a:rPr lang="en-US" altLang="zh-CN" dirty="0">
                <a:ea typeface="宋体" panose="02010600030101010101" pitchFamily="2" charset="-122"/>
              </a:rPr>
              <a:t> </a:t>
            </a:r>
            <a:r>
              <a:rPr lang="en-US" altLang="zh-CN" u="sng" dirty="0">
                <a:ea typeface="宋体" panose="02010600030101010101" pitchFamily="2" charset="-122"/>
              </a:rPr>
              <a:t>A letter of refusal</a:t>
            </a:r>
            <a:r>
              <a:rPr lang="en-US" altLang="zh-CN" dirty="0">
                <a:ea typeface="宋体" panose="02010600030101010101" pitchFamily="2" charset="-122"/>
              </a:rPr>
              <a:t> is written if you cannot accept the invitation for one reason or another. You should politely and promptly write to the organizer to decline the invitation. By doing so, you allow them time for arranging backup plans. </a:t>
            </a:r>
            <a:endParaRPr lang="en-US" altLang="zh-CN" dirty="0">
              <a:ea typeface="宋体" panose="02010600030101010101" pitchFamily="2" charset="-122"/>
            </a:endParaRPr>
          </a:p>
        </p:txBody>
      </p:sp>
      <p:sp>
        <p:nvSpPr>
          <p:cNvPr id="84998" name="AutoShape 6"/>
          <p:cNvSpPr>
            <a:spLocks noChangeArrowheads="1"/>
          </p:cNvSpPr>
          <p:nvPr/>
        </p:nvSpPr>
        <p:spPr bwMode="gray">
          <a:xfrm>
            <a:off x="2051050" y="188595"/>
            <a:ext cx="5410200" cy="533400"/>
          </a:xfrm>
          <a:prstGeom prst="roundRect">
            <a:avLst>
              <a:gd name="adj" fmla="val 12796"/>
            </a:avLst>
          </a:prstGeom>
          <a:gradFill rotWithShape="1">
            <a:gsLst>
              <a:gs pos="0">
                <a:schemeClr val="accent2">
                  <a:gamma/>
                  <a:shade val="46275"/>
                  <a:invGamma/>
                </a:schemeClr>
              </a:gs>
              <a:gs pos="50000">
                <a:schemeClr val="accent2"/>
              </a:gs>
              <a:gs pos="100000">
                <a:schemeClr val="accent2">
                  <a:gamma/>
                  <a:shade val="46275"/>
                  <a:invGamma/>
                </a:schemeClr>
              </a:gs>
            </a:gsLst>
            <a:lin ang="5400000" scaled="1"/>
          </a:gradFill>
          <a:ln w="28575">
            <a:solidFill>
              <a:schemeClr val="bg1"/>
            </a:solidFill>
            <a:round/>
          </a:ln>
          <a:effectLst>
            <a:outerShdw dist="107763" dir="2700000" algn="ctr" rotWithShape="0">
              <a:schemeClr val="bg2">
                <a:alpha val="50000"/>
              </a:schemeClr>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rPr>
              <a:t>Task 2. Acceptance and Refusal  </a:t>
            </a:r>
            <a:endParaRPr kumimoji="0" lang="en-US" altLang="zh-CN" sz="2400" b="1"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84998"/>
                                        </p:tgtEl>
                                        <p:attrNameLst>
                                          <p:attrName>style.visibility</p:attrName>
                                        </p:attrNameLst>
                                      </p:cBhvr>
                                      <p:to>
                                        <p:strVal val="visible"/>
                                      </p:to>
                                    </p:set>
                                    <p:anim calcmode="lin" valueType="num">
                                      <p:cBhvr additive="base">
                                        <p:cTn id="7" dur="500" fill="hold"/>
                                        <p:tgtEl>
                                          <p:spTgt spid="84998"/>
                                        </p:tgtEl>
                                        <p:attrNameLst>
                                          <p:attrName>ppt_x</p:attrName>
                                        </p:attrNameLst>
                                      </p:cBhvr>
                                      <p:tavLst>
                                        <p:tav tm="0">
                                          <p:val>
                                            <p:strVal val="#ppt_x"/>
                                          </p:val>
                                        </p:tav>
                                        <p:tav tm="100000">
                                          <p:val>
                                            <p:strVal val="#ppt_x"/>
                                          </p:val>
                                        </p:tav>
                                      </p:tavLst>
                                    </p:anim>
                                    <p:anim calcmode="lin" valueType="num">
                                      <p:cBhvr additive="base">
                                        <p:cTn id="8" dur="500" fill="hold"/>
                                        <p:tgtEl>
                                          <p:spTgt spid="849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8"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a:spLocks noGrp="1"/>
          </p:cNvSpPr>
          <p:nvPr>
            <p:ph type="title"/>
          </p:nvPr>
        </p:nvSpPr>
        <p:spPr/>
        <p:txBody>
          <a:bodyPr vert="horz" wrap="square" lIns="91440" tIns="45720" rIns="91440" bIns="45720" anchor="ctr" anchorCtr="0"/>
          <a:p>
            <a:pPr eaLnBrk="1" hangingPunct="1"/>
            <a:r>
              <a:rPr lang="en-US" altLang="zh-CN" sz="3200" dirty="0">
                <a:ea typeface="宋体" panose="02010600030101010101" pitchFamily="2" charset="-122"/>
              </a:rPr>
              <a:t>Vocabulary </a:t>
            </a:r>
            <a:endParaRPr lang="en-US" altLang="zh-CN" sz="3200" dirty="0">
              <a:ea typeface="宋体" panose="02010600030101010101" pitchFamily="2" charset="-122"/>
            </a:endParaRPr>
          </a:p>
        </p:txBody>
      </p:sp>
      <p:sp>
        <p:nvSpPr>
          <p:cNvPr id="17411" name="Rectangle 3"/>
          <p:cNvSpPr>
            <a:spLocks noGrp="1"/>
          </p:cNvSpPr>
          <p:nvPr>
            <p:ph idx="1"/>
          </p:nvPr>
        </p:nvSpPr>
        <p:spPr>
          <a:xfrm>
            <a:off x="1116013" y="1371600"/>
            <a:ext cx="7570787" cy="5026025"/>
          </a:xfrm>
        </p:spPr>
        <p:txBody>
          <a:bodyPr vert="horz" wrap="square" lIns="91440" tIns="45720" rIns="91440" bIns="45720" anchor="t" anchorCtr="0"/>
          <a:p>
            <a:pPr marL="609600" indent="-609600" eaLnBrk="1" hangingPunct="1">
              <a:lnSpc>
                <a:spcPct val="90000"/>
              </a:lnSpc>
            </a:pPr>
            <a:r>
              <a:rPr lang="en-US" altLang="zh-CN" sz="2800" dirty="0">
                <a:ea typeface="宋体" panose="02010600030101010101" pitchFamily="2" charset="-122"/>
              </a:rPr>
              <a:t>centennial: </a:t>
            </a:r>
            <a:r>
              <a:rPr lang="en-US" altLang="zh-CN" sz="2800" i="1" dirty="0">
                <a:ea typeface="宋体" panose="02010600030101010101" pitchFamily="2" charset="-122"/>
              </a:rPr>
              <a:t>n</a:t>
            </a:r>
            <a:r>
              <a:rPr lang="en-US" altLang="zh-CN" sz="2800" dirty="0">
                <a:ea typeface="宋体" panose="02010600030101010101" pitchFamily="2" charset="-122"/>
              </a:rPr>
              <a:t>. a 100th anniversary or its celebration</a:t>
            </a:r>
            <a:endParaRPr lang="en-US" altLang="zh-CN" sz="2800" dirty="0">
              <a:ea typeface="宋体" panose="02010600030101010101" pitchFamily="2" charset="-122"/>
            </a:endParaRPr>
          </a:p>
          <a:p>
            <a:pPr marL="609600" indent="-609600" eaLnBrk="1" hangingPunct="1">
              <a:lnSpc>
                <a:spcPct val="90000"/>
              </a:lnSpc>
            </a:pPr>
            <a:r>
              <a:rPr lang="en-US" altLang="zh-CN" sz="2800" dirty="0">
                <a:ea typeface="宋体" panose="02010600030101010101" pitchFamily="2" charset="-122"/>
              </a:rPr>
              <a:t>flattering: </a:t>
            </a:r>
            <a:r>
              <a:rPr lang="en-US" altLang="zh-CN" sz="2800" i="1" dirty="0">
                <a:ea typeface="宋体" panose="02010600030101010101" pitchFamily="2" charset="-122"/>
              </a:rPr>
              <a:t>adj</a:t>
            </a:r>
            <a:r>
              <a:rPr lang="en-US" altLang="zh-CN" sz="2800" dirty="0">
                <a:ea typeface="宋体" panose="02010600030101010101" pitchFamily="2" charset="-122"/>
              </a:rPr>
              <a:t>. making sb. look or seem better or more attractive than usual</a:t>
            </a:r>
            <a:endParaRPr lang="en-US" altLang="zh-CN" sz="2800" dirty="0">
              <a:ea typeface="宋体" panose="02010600030101010101" pitchFamily="2" charset="-122"/>
            </a:endParaRPr>
          </a:p>
          <a:p>
            <a:pPr marL="609600" indent="-609600" eaLnBrk="1" hangingPunct="1">
              <a:lnSpc>
                <a:spcPct val="90000"/>
              </a:lnSpc>
            </a:pPr>
            <a:r>
              <a:rPr lang="en-US" altLang="zh-CN" sz="2800" dirty="0">
                <a:ea typeface="宋体" panose="02010600030101010101" pitchFamily="2" charset="-122"/>
              </a:rPr>
              <a:t>honor: </a:t>
            </a:r>
            <a:r>
              <a:rPr lang="en-US" altLang="zh-CN" sz="2800" i="1" dirty="0">
                <a:ea typeface="宋体" panose="02010600030101010101" pitchFamily="2" charset="-122"/>
              </a:rPr>
              <a:t>v</a:t>
            </a:r>
            <a:r>
              <a:rPr lang="en-US" altLang="zh-CN" sz="2800" dirty="0">
                <a:ea typeface="宋体" panose="02010600030101010101" pitchFamily="2" charset="-122"/>
              </a:rPr>
              <a:t>. to do what you have agreed to do</a:t>
            </a:r>
            <a:endParaRPr lang="zh-CN" altLang="en-US" sz="2800" dirty="0">
              <a:ea typeface="宋体" panose="02010600030101010101" pitchFamily="2" charset="-122"/>
            </a:endParaRPr>
          </a:p>
          <a:p>
            <a:pPr marL="609600" indent="-609600" eaLnBrk="1" hangingPunct="1">
              <a:lnSpc>
                <a:spcPct val="90000"/>
              </a:lnSpc>
            </a:pPr>
            <a:r>
              <a:rPr lang="en-US" altLang="zh-CN" sz="2800" dirty="0">
                <a:ea typeface="宋体" panose="02010600030101010101" pitchFamily="2" charset="-122"/>
              </a:rPr>
              <a:t>prior: </a:t>
            </a:r>
            <a:r>
              <a:rPr lang="en-US" altLang="zh-CN" sz="2800" i="1" dirty="0">
                <a:ea typeface="宋体" panose="02010600030101010101" pitchFamily="2" charset="-122"/>
              </a:rPr>
              <a:t>adj</a:t>
            </a:r>
            <a:r>
              <a:rPr lang="en-US" altLang="zh-CN" sz="2800" dirty="0">
                <a:ea typeface="宋体" panose="02010600030101010101" pitchFamily="2" charset="-122"/>
              </a:rPr>
              <a:t>. happening or done before a particular time </a:t>
            </a:r>
            <a:endParaRPr lang="en-US" altLang="zh-CN" sz="2800" dirty="0">
              <a:ea typeface="宋体" panose="02010600030101010101" pitchFamily="2" charset="-122"/>
            </a:endParaRPr>
          </a:p>
          <a:p>
            <a:pPr marL="609600" indent="-609600" eaLnBrk="1" hangingPunct="1">
              <a:lnSpc>
                <a:spcPct val="90000"/>
              </a:lnSpc>
            </a:pPr>
            <a:r>
              <a:rPr lang="en-US" altLang="zh-CN" sz="2800" dirty="0">
                <a:ea typeface="宋体" panose="02010600030101010101" pitchFamily="2" charset="-122"/>
              </a:rPr>
              <a:t>Republic of Korea: </a:t>
            </a:r>
            <a:r>
              <a:rPr lang="zh-CN" altLang="en-US" sz="2800" dirty="0">
                <a:ea typeface="宋体" panose="02010600030101010101" pitchFamily="2" charset="-122"/>
              </a:rPr>
              <a:t>韩国</a:t>
            </a:r>
            <a:endParaRPr lang="zh-CN" altLang="en-US" sz="2800" dirty="0">
              <a:ea typeface="宋体" panose="02010600030101010101" pitchFamily="2" charset="-122"/>
            </a:endParaRPr>
          </a:p>
          <a:p>
            <a:pPr marL="609600" indent="-609600" eaLnBrk="1" hangingPunct="1">
              <a:lnSpc>
                <a:spcPct val="90000"/>
              </a:lnSpc>
            </a:pPr>
            <a:r>
              <a:rPr lang="en-US" altLang="zh-CN" sz="2800" dirty="0">
                <a:ea typeface="宋体" panose="02010600030101010101" pitchFamily="2" charset="-122"/>
              </a:rPr>
              <a:t>Seoul: </a:t>
            </a:r>
            <a:r>
              <a:rPr lang="zh-CN" altLang="en-US" sz="2800" dirty="0">
                <a:ea typeface="宋体" panose="02010600030101010101" pitchFamily="2" charset="-122"/>
              </a:rPr>
              <a:t>首尔，韩国首都</a:t>
            </a:r>
            <a:endParaRPr lang="zh-CN" altLang="en-US" sz="2800" dirty="0">
              <a:ea typeface="宋体" panose="02010600030101010101" pitchFamily="2" charset="-122"/>
            </a:endParaRPr>
          </a:p>
          <a:p>
            <a:pPr marL="609600" indent="-609600" eaLnBrk="1" hangingPunct="1">
              <a:lnSpc>
                <a:spcPct val="90000"/>
              </a:lnSpc>
            </a:pPr>
            <a:r>
              <a:rPr lang="en-US" altLang="zh-CN" sz="2800" dirty="0">
                <a:ea typeface="宋体" panose="02010600030101010101" pitchFamily="2" charset="-122"/>
              </a:rPr>
              <a:t>the Western Cartographers Association: </a:t>
            </a:r>
            <a:r>
              <a:rPr lang="zh-CN" altLang="en-US" sz="2800" dirty="0">
                <a:ea typeface="宋体" panose="02010600030101010101" pitchFamily="2" charset="-122"/>
              </a:rPr>
              <a:t>地图绘制协会</a:t>
            </a:r>
            <a:endParaRPr lang="zh-CN" altLang="en-US" sz="2800" dirty="0">
              <a:ea typeface="宋体" panose="02010600030101010101" pitchFamily="2" charset="-122"/>
            </a:endParaRPr>
          </a:p>
          <a:p>
            <a:pPr marL="609600" indent="-609600" eaLnBrk="1" hangingPunct="1">
              <a:lnSpc>
                <a:spcPct val="90000"/>
              </a:lnSpc>
            </a:pPr>
            <a:endParaRPr lang="en-US" altLang="zh-CN" sz="2800" dirty="0">
              <a:ea typeface="宋体" panose="02010600030101010101"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p:cNvSpPr>
          <p:nvPr>
            <p:ph type="title"/>
          </p:nvPr>
        </p:nvSpPr>
        <p:spPr/>
        <p:txBody>
          <a:bodyPr vert="horz" wrap="square" lIns="91440" tIns="45720" rIns="91440" bIns="45720" anchor="ctr" anchorCtr="0"/>
          <a:p>
            <a:pPr eaLnBrk="1" hangingPunct="1"/>
            <a:r>
              <a:rPr lang="en-US" altLang="zh-CN" sz="3200" dirty="0">
                <a:ea typeface="宋体" panose="02010600030101010101" pitchFamily="2" charset="-122"/>
              </a:rPr>
              <a:t>Sample Demonstration: Acceptance</a:t>
            </a:r>
            <a:endParaRPr lang="en-US" altLang="zh-CN" sz="3200" dirty="0">
              <a:ea typeface="宋体" panose="02010600030101010101" pitchFamily="2" charset="-122"/>
            </a:endParaRPr>
          </a:p>
        </p:txBody>
      </p:sp>
      <p:sp>
        <p:nvSpPr>
          <p:cNvPr id="109571" name="Rectangle 3"/>
          <p:cNvSpPr>
            <a:spLocks noGrp="1"/>
          </p:cNvSpPr>
          <p:nvPr>
            <p:ph idx="1"/>
          </p:nvPr>
        </p:nvSpPr>
        <p:spPr>
          <a:xfrm>
            <a:off x="467360" y="1132205"/>
            <a:ext cx="8229600" cy="5026025"/>
          </a:xfrm>
        </p:spPr>
        <p:txBody>
          <a:bodyPr vert="horz" wrap="square" lIns="91440" tIns="45720" rIns="91440" bIns="45720" anchor="t" anchorCtr="0"/>
          <a:p>
            <a:pPr eaLnBrk="1" hangingPunct="1">
              <a:lnSpc>
                <a:spcPct val="80000"/>
              </a:lnSpc>
              <a:buNone/>
            </a:pPr>
            <a:r>
              <a:rPr lang="en-US" altLang="zh-CN" sz="2000" b="1" dirty="0">
                <a:ea typeface="宋体" panose="02010600030101010101" pitchFamily="2" charset="-122"/>
              </a:rPr>
              <a:t>May 11, 2006</a:t>
            </a:r>
            <a:endParaRPr lang="en-US" altLang="zh-CN" sz="2000" b="1" dirty="0">
              <a:ea typeface="宋体" panose="02010600030101010101" pitchFamily="2" charset="-122"/>
            </a:endParaRPr>
          </a:p>
          <a:p>
            <a:pPr eaLnBrk="1" hangingPunct="1">
              <a:lnSpc>
                <a:spcPct val="80000"/>
              </a:lnSpc>
              <a:buNone/>
            </a:pPr>
            <a:r>
              <a:rPr lang="en-US" altLang="zh-CN" sz="2000" b="1" dirty="0">
                <a:ea typeface="宋体" panose="02010600030101010101" pitchFamily="2" charset="-122"/>
              </a:rPr>
              <a:t> </a:t>
            </a:r>
            <a:endParaRPr lang="en-US" altLang="zh-CN" sz="2000" b="1" dirty="0">
              <a:ea typeface="宋体" panose="02010600030101010101" pitchFamily="2" charset="-122"/>
            </a:endParaRPr>
          </a:p>
          <a:p>
            <a:pPr eaLnBrk="1" hangingPunct="1">
              <a:lnSpc>
                <a:spcPct val="80000"/>
              </a:lnSpc>
              <a:buNone/>
            </a:pPr>
            <a:r>
              <a:rPr lang="en-US" altLang="zh-CN" sz="2000" b="1" dirty="0">
                <a:ea typeface="宋体" panose="02010600030101010101" pitchFamily="2" charset="-122"/>
              </a:rPr>
              <a:t>Dear Professor John Smith,</a:t>
            </a:r>
            <a:endParaRPr lang="en-US" altLang="zh-CN" sz="2000" b="1" dirty="0">
              <a:ea typeface="宋体" panose="02010600030101010101" pitchFamily="2" charset="-122"/>
            </a:endParaRPr>
          </a:p>
          <a:p>
            <a:pPr eaLnBrk="1" hangingPunct="1">
              <a:lnSpc>
                <a:spcPct val="80000"/>
              </a:lnSpc>
              <a:buNone/>
            </a:pPr>
            <a:endParaRPr lang="en-US" altLang="zh-CN" sz="2000" b="1" dirty="0">
              <a:ea typeface="宋体" panose="02010600030101010101" pitchFamily="2" charset="-122"/>
            </a:endParaRPr>
          </a:p>
          <a:p>
            <a:pPr eaLnBrk="1" latinLnBrk="0" hangingPunct="1">
              <a:lnSpc>
                <a:spcPct val="120000"/>
              </a:lnSpc>
              <a:spcBef>
                <a:spcPts val="0"/>
              </a:spcBef>
              <a:buNone/>
            </a:pPr>
            <a:r>
              <a:rPr lang="en-US" altLang="zh-CN" sz="2000" b="1" dirty="0">
                <a:ea typeface="宋体" panose="02010600030101010101" pitchFamily="2" charset="-122"/>
              </a:rPr>
              <a:t>Thank you for your letter of April 23, 2006, inviting me to attend</a:t>
            </a:r>
            <a:endParaRPr lang="en-US" altLang="zh-CN" sz="2000" b="1" dirty="0">
              <a:ea typeface="宋体" panose="02010600030101010101" pitchFamily="2" charset="-122"/>
            </a:endParaRPr>
          </a:p>
          <a:p>
            <a:pPr eaLnBrk="1" latinLnBrk="0" hangingPunct="1">
              <a:lnSpc>
                <a:spcPct val="120000"/>
              </a:lnSpc>
              <a:spcBef>
                <a:spcPts val="0"/>
              </a:spcBef>
              <a:buNone/>
            </a:pPr>
            <a:r>
              <a:rPr lang="en-US" altLang="zh-CN" sz="2000" b="1" u="sng" dirty="0">
                <a:ea typeface="宋体" panose="02010600030101010101" pitchFamily="2" charset="-122"/>
              </a:rPr>
              <a:t>the Sixth Asian-Pacific Conference on Wind Engineering to be</a:t>
            </a:r>
            <a:endParaRPr lang="en-US" altLang="zh-CN" sz="2000" b="1" u="sng" dirty="0">
              <a:ea typeface="宋体" panose="02010600030101010101" pitchFamily="2" charset="-122"/>
            </a:endParaRPr>
          </a:p>
          <a:p>
            <a:pPr eaLnBrk="1" latinLnBrk="0" hangingPunct="1">
              <a:lnSpc>
                <a:spcPct val="120000"/>
              </a:lnSpc>
              <a:spcBef>
                <a:spcPts val="0"/>
              </a:spcBef>
              <a:buNone/>
            </a:pPr>
            <a:r>
              <a:rPr lang="en-US" altLang="zh-CN" sz="2000" b="1" u="sng" dirty="0">
                <a:ea typeface="宋体" panose="02010600030101010101" pitchFamily="2" charset="-122"/>
              </a:rPr>
              <a:t>held in Seoul, Korea, September 12-14, 2005.</a:t>
            </a:r>
            <a:endParaRPr lang="en-US" altLang="zh-CN" sz="2000" b="1" u="sng" dirty="0">
              <a:ea typeface="宋体" panose="02010600030101010101" pitchFamily="2" charset="-122"/>
            </a:endParaRPr>
          </a:p>
          <a:p>
            <a:pPr eaLnBrk="1" latinLnBrk="0" hangingPunct="1">
              <a:lnSpc>
                <a:spcPct val="120000"/>
              </a:lnSpc>
              <a:spcBef>
                <a:spcPts val="0"/>
              </a:spcBef>
              <a:buNone/>
            </a:pPr>
            <a:r>
              <a:rPr lang="en-US" altLang="zh-CN" sz="2000" b="1" dirty="0">
                <a:ea typeface="宋体" panose="02010600030101010101" pitchFamily="2" charset="-122"/>
              </a:rPr>
              <a:t> </a:t>
            </a:r>
            <a:endParaRPr lang="en-US" altLang="zh-CN" sz="2000" b="1" dirty="0">
              <a:ea typeface="宋体" panose="02010600030101010101" pitchFamily="2" charset="-122"/>
            </a:endParaRPr>
          </a:p>
          <a:p>
            <a:pPr eaLnBrk="1" latinLnBrk="0" hangingPunct="1">
              <a:lnSpc>
                <a:spcPct val="120000"/>
              </a:lnSpc>
              <a:spcBef>
                <a:spcPts val="0"/>
              </a:spcBef>
              <a:buNone/>
            </a:pPr>
            <a:r>
              <a:rPr lang="en-US" altLang="zh-CN" sz="2000" b="1" dirty="0">
                <a:ea typeface="宋体" panose="02010600030101010101" pitchFamily="2" charset="-122"/>
              </a:rPr>
              <a:t>I am pleased to accept the invitation and </a:t>
            </a:r>
            <a:r>
              <a:rPr lang="en-US" altLang="zh-CN" sz="2000" b="1" u="sng" dirty="0">
                <a:ea typeface="宋体" panose="02010600030101010101" pitchFamily="2" charset="-122"/>
              </a:rPr>
              <a:t>will send my paper</a:t>
            </a:r>
            <a:endParaRPr lang="en-US" altLang="zh-CN" sz="2000" b="1" u="sng" dirty="0">
              <a:ea typeface="宋体" panose="02010600030101010101" pitchFamily="2" charset="-122"/>
            </a:endParaRPr>
          </a:p>
          <a:p>
            <a:pPr eaLnBrk="1" latinLnBrk="0" hangingPunct="1">
              <a:lnSpc>
                <a:spcPct val="120000"/>
              </a:lnSpc>
              <a:spcBef>
                <a:spcPts val="0"/>
              </a:spcBef>
              <a:buNone/>
            </a:pPr>
            <a:r>
              <a:rPr lang="en-US" altLang="zh-CN" sz="2000" b="1" u="sng" dirty="0">
                <a:ea typeface="宋体" panose="02010600030101010101" pitchFamily="2" charset="-122"/>
              </a:rPr>
              <a:t>entitled “Climate and Urban Environment Problems” to the paper </a:t>
            </a:r>
            <a:endParaRPr lang="en-US" altLang="zh-CN" sz="2000" b="1" u="sng" dirty="0">
              <a:ea typeface="宋体" panose="02010600030101010101" pitchFamily="2" charset="-122"/>
            </a:endParaRPr>
          </a:p>
          <a:p>
            <a:pPr eaLnBrk="1" latinLnBrk="0" hangingPunct="1">
              <a:lnSpc>
                <a:spcPct val="120000"/>
              </a:lnSpc>
              <a:spcBef>
                <a:spcPts val="0"/>
              </a:spcBef>
              <a:buNone/>
            </a:pPr>
            <a:r>
              <a:rPr lang="en-US" altLang="zh-CN" sz="2000" b="1" u="sng" dirty="0">
                <a:ea typeface="宋体" panose="02010600030101010101" pitchFamily="2" charset="-122"/>
              </a:rPr>
              <a:t>committee before the required date.</a:t>
            </a:r>
            <a:r>
              <a:rPr lang="en-US" altLang="zh-CN" sz="2000" b="1" dirty="0">
                <a:ea typeface="宋体" panose="02010600030101010101" pitchFamily="2" charset="-122"/>
              </a:rPr>
              <a:t>  Thank you again for your</a:t>
            </a:r>
            <a:endParaRPr lang="en-US" altLang="zh-CN" sz="2000" b="1" dirty="0">
              <a:ea typeface="宋体" panose="02010600030101010101" pitchFamily="2" charset="-122"/>
            </a:endParaRPr>
          </a:p>
          <a:p>
            <a:pPr eaLnBrk="1" latinLnBrk="0" hangingPunct="1">
              <a:lnSpc>
                <a:spcPct val="120000"/>
              </a:lnSpc>
              <a:spcBef>
                <a:spcPts val="0"/>
              </a:spcBef>
              <a:buNone/>
            </a:pPr>
            <a:r>
              <a:rPr lang="en-US" altLang="zh-CN" sz="2000" b="1" dirty="0">
                <a:ea typeface="宋体" panose="02010600030101010101" pitchFamily="2" charset="-122"/>
              </a:rPr>
              <a:t>kind invitation and I look forward to meeting you in Seoul.</a:t>
            </a:r>
            <a:endParaRPr lang="en-US" altLang="zh-CN" sz="2000" b="1" dirty="0">
              <a:ea typeface="宋体" panose="02010600030101010101" pitchFamily="2" charset="-122"/>
            </a:endParaRPr>
          </a:p>
          <a:p>
            <a:pPr eaLnBrk="1" hangingPunct="1">
              <a:lnSpc>
                <a:spcPct val="80000"/>
              </a:lnSpc>
              <a:buNone/>
            </a:pPr>
            <a:endParaRPr lang="en-US" altLang="zh-CN" sz="2000" b="1" dirty="0">
              <a:ea typeface="宋体" panose="02010600030101010101" pitchFamily="2" charset="-122"/>
            </a:endParaRPr>
          </a:p>
          <a:p>
            <a:pPr eaLnBrk="1" hangingPunct="1">
              <a:lnSpc>
                <a:spcPct val="80000"/>
              </a:lnSpc>
              <a:buNone/>
            </a:pPr>
            <a:r>
              <a:rPr lang="en-US" altLang="zh-CN" sz="2000" b="1" dirty="0">
                <a:ea typeface="宋体" panose="02010600030101010101" pitchFamily="2" charset="-122"/>
              </a:rPr>
              <a:t>Sincerely yours, </a:t>
            </a:r>
            <a:endParaRPr lang="en-US" altLang="zh-CN" sz="2000" b="1" dirty="0">
              <a:ea typeface="宋体" panose="02010600030101010101" pitchFamily="2" charset="-122"/>
            </a:endParaRPr>
          </a:p>
          <a:p>
            <a:pPr eaLnBrk="1" hangingPunct="1">
              <a:lnSpc>
                <a:spcPct val="80000"/>
              </a:lnSpc>
              <a:buNone/>
            </a:pPr>
            <a:r>
              <a:rPr lang="en-US" altLang="zh-CN" sz="2000" b="1" dirty="0">
                <a:ea typeface="宋体" panose="02010600030101010101" pitchFamily="2" charset="-122"/>
              </a:rPr>
              <a:t>(signature)</a:t>
            </a:r>
            <a:endParaRPr lang="en-US" altLang="zh-CN" sz="2000" b="1" dirty="0">
              <a:ea typeface="宋体" panose="02010600030101010101" pitchFamily="2" charset="-122"/>
            </a:endParaRPr>
          </a:p>
          <a:p>
            <a:pPr eaLnBrk="1" hangingPunct="1">
              <a:lnSpc>
                <a:spcPct val="80000"/>
              </a:lnSpc>
              <a:buNone/>
            </a:pPr>
            <a:endParaRPr lang="en-US" altLang="zh-CN" sz="2000" b="1" dirty="0">
              <a:ea typeface="宋体" panose="02010600030101010101" pitchFamily="2" charset="-122"/>
            </a:endParaRPr>
          </a:p>
          <a:p>
            <a:pPr eaLnBrk="1" hangingPunct="1">
              <a:lnSpc>
                <a:spcPct val="80000"/>
              </a:lnSpc>
              <a:buNone/>
            </a:pPr>
            <a:r>
              <a:rPr lang="en-US" altLang="zh-CN" sz="2000" b="1" dirty="0">
                <a:ea typeface="宋体" panose="02010600030101010101" pitchFamily="2" charset="-122"/>
              </a:rPr>
              <a:t>Liu Wen</a:t>
            </a:r>
            <a:endParaRPr lang="zh-CN" altLang="en-US" sz="2000" b="1" dirty="0">
              <a:ea typeface="宋体" panose="02010600030101010101" pitchFamily="2" charset="-122"/>
            </a:endParaRPr>
          </a:p>
        </p:txBody>
      </p:sp>
      <p:sp>
        <p:nvSpPr>
          <p:cNvPr id="109572" name="Rectangle 4"/>
          <p:cNvSpPr/>
          <p:nvPr/>
        </p:nvSpPr>
        <p:spPr>
          <a:xfrm>
            <a:off x="1403350" y="2060575"/>
            <a:ext cx="2952750" cy="4318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50000"/>
              <a:buFont typeface="Wingdings 2" panose="05020102010507070707" pitchFamily="18" charset="2"/>
              <a:buChar char=""/>
              <a:defRPr sz="2800">
                <a:solidFill>
                  <a:schemeClr val="tx1"/>
                </a:solidFill>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latin typeface="+mn-lt"/>
              </a:defRPr>
            </a:lvl3pPr>
            <a:lvl4pPr marL="1600200" indent="-228600" algn="l" rtl="0" eaLnBrk="0" fontAlgn="base" hangingPunct="0">
              <a:spcBef>
                <a:spcPct val="20000"/>
              </a:spcBef>
              <a:spcAft>
                <a:spcPct val="0"/>
              </a:spcAft>
              <a:buClr>
                <a:schemeClr val="folHlink"/>
              </a:buClr>
              <a:buSzPct val="60000"/>
              <a:buFont typeface="Wingdings 2" panose="05020102010507070707" pitchFamily="18" charset="2"/>
              <a:buChar char=""/>
              <a:defRPr sz="2000">
                <a:solidFill>
                  <a:schemeClr val="tx1"/>
                </a:solidFill>
                <a:latin typeface="+mn-lt"/>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1"/>
                </a:solidFill>
                <a:latin typeface="+mn-lt"/>
              </a:defRPr>
            </a:lvl5pPr>
          </a:lstStyle>
          <a:p>
            <a:pPr marL="0" lvl="0" indent="0" algn="ctr" eaLnBrk="1" hangingPunct="1">
              <a:spcBef>
                <a:spcPct val="0"/>
              </a:spcBef>
              <a:buFontTx/>
              <a:buNone/>
            </a:pPr>
            <a:r>
              <a:rPr lang="en-US" altLang="zh-CN" sz="1800" dirty="0">
                <a:solidFill>
                  <a:schemeClr val="folHlink"/>
                </a:solidFill>
                <a:ea typeface="宋体" panose="02010600030101010101" pitchFamily="2" charset="-122"/>
              </a:rPr>
              <a:t>expressing thanks</a:t>
            </a:r>
            <a:endParaRPr lang="en-US" altLang="zh-CN" sz="1800" dirty="0">
              <a:solidFill>
                <a:schemeClr val="folHlink"/>
              </a:solidFill>
              <a:ea typeface="宋体" panose="02010600030101010101" pitchFamily="2" charset="-122"/>
            </a:endParaRPr>
          </a:p>
        </p:txBody>
      </p:sp>
      <p:sp>
        <p:nvSpPr>
          <p:cNvPr id="109573" name="Rectangle 5"/>
          <p:cNvSpPr/>
          <p:nvPr/>
        </p:nvSpPr>
        <p:spPr>
          <a:xfrm>
            <a:off x="5580063" y="3357563"/>
            <a:ext cx="2952750" cy="4318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50000"/>
              <a:buFont typeface="Wingdings 2" panose="05020102010507070707" pitchFamily="18" charset="2"/>
              <a:buChar char=""/>
              <a:defRPr sz="2800">
                <a:solidFill>
                  <a:schemeClr val="tx1"/>
                </a:solidFill>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latin typeface="+mn-lt"/>
              </a:defRPr>
            </a:lvl3pPr>
            <a:lvl4pPr marL="1600200" indent="-228600" algn="l" rtl="0" eaLnBrk="0" fontAlgn="base" hangingPunct="0">
              <a:spcBef>
                <a:spcPct val="20000"/>
              </a:spcBef>
              <a:spcAft>
                <a:spcPct val="0"/>
              </a:spcAft>
              <a:buClr>
                <a:schemeClr val="folHlink"/>
              </a:buClr>
              <a:buSzPct val="60000"/>
              <a:buFont typeface="Wingdings 2" panose="05020102010507070707" pitchFamily="18" charset="2"/>
              <a:buChar char=""/>
              <a:defRPr sz="2000">
                <a:solidFill>
                  <a:schemeClr val="tx1"/>
                </a:solidFill>
                <a:latin typeface="+mn-lt"/>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1"/>
                </a:solidFill>
                <a:latin typeface="+mn-lt"/>
              </a:defRPr>
            </a:lvl5pPr>
          </a:lstStyle>
          <a:p>
            <a:pPr marL="0" lvl="0" indent="0" algn="ctr" eaLnBrk="1" hangingPunct="1">
              <a:spcBef>
                <a:spcPct val="0"/>
              </a:spcBef>
              <a:buFontTx/>
              <a:buNone/>
            </a:pPr>
            <a:r>
              <a:rPr lang="en-US" altLang="zh-CN" sz="1800" dirty="0">
                <a:solidFill>
                  <a:schemeClr val="folHlink"/>
                </a:solidFill>
                <a:ea typeface="宋体" panose="02010600030101010101" pitchFamily="2" charset="-122"/>
              </a:rPr>
              <a:t>confirming the data and venue</a:t>
            </a:r>
            <a:endParaRPr lang="en-US" altLang="zh-CN" sz="1800" dirty="0">
              <a:solidFill>
                <a:schemeClr val="folHlink"/>
              </a:solidFill>
              <a:ea typeface="宋体" panose="02010600030101010101" pitchFamily="2" charset="-122"/>
            </a:endParaRPr>
          </a:p>
        </p:txBody>
      </p:sp>
      <p:sp>
        <p:nvSpPr>
          <p:cNvPr id="109574" name="Rectangle 6"/>
          <p:cNvSpPr/>
          <p:nvPr/>
        </p:nvSpPr>
        <p:spPr>
          <a:xfrm>
            <a:off x="1116013" y="3429000"/>
            <a:ext cx="2952750" cy="4318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50000"/>
              <a:buFont typeface="Wingdings 2" panose="05020102010507070707" pitchFamily="18" charset="2"/>
              <a:buChar char=""/>
              <a:defRPr sz="2800">
                <a:solidFill>
                  <a:schemeClr val="tx1"/>
                </a:solidFill>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latin typeface="+mn-lt"/>
              </a:defRPr>
            </a:lvl3pPr>
            <a:lvl4pPr marL="1600200" indent="-228600" algn="l" rtl="0" eaLnBrk="0" fontAlgn="base" hangingPunct="0">
              <a:spcBef>
                <a:spcPct val="20000"/>
              </a:spcBef>
              <a:spcAft>
                <a:spcPct val="0"/>
              </a:spcAft>
              <a:buClr>
                <a:schemeClr val="folHlink"/>
              </a:buClr>
              <a:buSzPct val="60000"/>
              <a:buFont typeface="Wingdings 2" panose="05020102010507070707" pitchFamily="18" charset="2"/>
              <a:buChar char=""/>
              <a:defRPr sz="2000">
                <a:solidFill>
                  <a:schemeClr val="tx1"/>
                </a:solidFill>
                <a:latin typeface="+mn-lt"/>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1"/>
                </a:solidFill>
                <a:latin typeface="+mn-lt"/>
              </a:defRPr>
            </a:lvl5pPr>
          </a:lstStyle>
          <a:p>
            <a:pPr marL="0" lvl="0" indent="0" algn="ctr" eaLnBrk="1" hangingPunct="1">
              <a:spcBef>
                <a:spcPct val="0"/>
              </a:spcBef>
              <a:buFontTx/>
              <a:buNone/>
            </a:pPr>
            <a:r>
              <a:rPr lang="en-US" altLang="zh-CN" sz="1800" dirty="0">
                <a:solidFill>
                  <a:schemeClr val="folHlink"/>
                </a:solidFill>
                <a:ea typeface="宋体" panose="02010600030101010101" pitchFamily="2" charset="-122"/>
              </a:rPr>
              <a:t>expressing pleasure to accept the invitation</a:t>
            </a:r>
            <a:endParaRPr lang="en-US" altLang="zh-CN" sz="1800" dirty="0">
              <a:solidFill>
                <a:schemeClr val="folHlink"/>
              </a:solidFill>
              <a:ea typeface="宋体" panose="02010600030101010101" pitchFamily="2" charset="-122"/>
            </a:endParaRPr>
          </a:p>
        </p:txBody>
      </p:sp>
      <p:sp>
        <p:nvSpPr>
          <p:cNvPr id="109575" name="Rectangle 7"/>
          <p:cNvSpPr/>
          <p:nvPr/>
        </p:nvSpPr>
        <p:spPr>
          <a:xfrm>
            <a:off x="2339975" y="5274628"/>
            <a:ext cx="2952750" cy="4318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50000"/>
              <a:buFont typeface="Wingdings 2" panose="05020102010507070707" pitchFamily="18" charset="2"/>
              <a:buChar char=""/>
              <a:defRPr sz="2800">
                <a:solidFill>
                  <a:schemeClr val="tx1"/>
                </a:solidFill>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latin typeface="+mn-lt"/>
              </a:defRPr>
            </a:lvl3pPr>
            <a:lvl4pPr marL="1600200" indent="-228600" algn="l" rtl="0" eaLnBrk="0" fontAlgn="base" hangingPunct="0">
              <a:spcBef>
                <a:spcPct val="20000"/>
              </a:spcBef>
              <a:spcAft>
                <a:spcPct val="0"/>
              </a:spcAft>
              <a:buClr>
                <a:schemeClr val="folHlink"/>
              </a:buClr>
              <a:buSzPct val="60000"/>
              <a:buFont typeface="Wingdings 2" panose="05020102010507070707" pitchFamily="18" charset="2"/>
              <a:buChar char=""/>
              <a:defRPr sz="2000">
                <a:solidFill>
                  <a:schemeClr val="tx1"/>
                </a:solidFill>
                <a:latin typeface="+mn-lt"/>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1"/>
                </a:solidFill>
                <a:latin typeface="+mn-lt"/>
              </a:defRPr>
            </a:lvl5pPr>
          </a:lstStyle>
          <a:p>
            <a:pPr marL="0" lvl="0" indent="0" algn="ctr" eaLnBrk="1" hangingPunct="1">
              <a:spcBef>
                <a:spcPct val="0"/>
              </a:spcBef>
              <a:buFontTx/>
              <a:buNone/>
            </a:pPr>
            <a:r>
              <a:rPr lang="en-US" altLang="zh-CN" sz="1800" dirty="0">
                <a:solidFill>
                  <a:schemeClr val="folHlink"/>
                </a:solidFill>
                <a:ea typeface="宋体" panose="02010600030101010101" pitchFamily="2" charset="-122"/>
              </a:rPr>
              <a:t>agreeing to do what was asked</a:t>
            </a:r>
            <a:endParaRPr lang="en-US" altLang="zh-CN" sz="1800" dirty="0">
              <a:solidFill>
                <a:schemeClr val="folHlink"/>
              </a:solidFill>
              <a:ea typeface="宋体" panose="02010600030101010101" pitchFamily="2" charset="-122"/>
            </a:endParaRPr>
          </a:p>
        </p:txBody>
      </p:sp>
      <p:sp>
        <p:nvSpPr>
          <p:cNvPr id="109576" name="Rectangle 8"/>
          <p:cNvSpPr/>
          <p:nvPr/>
        </p:nvSpPr>
        <p:spPr>
          <a:xfrm>
            <a:off x="5743893" y="5445125"/>
            <a:ext cx="2952750" cy="4318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50000"/>
              <a:buFont typeface="Wingdings 2" panose="05020102010507070707" pitchFamily="18" charset="2"/>
              <a:buChar char=""/>
              <a:defRPr sz="2800">
                <a:solidFill>
                  <a:schemeClr val="tx1"/>
                </a:solidFill>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latin typeface="+mn-lt"/>
              </a:defRPr>
            </a:lvl3pPr>
            <a:lvl4pPr marL="1600200" indent="-228600" algn="l" rtl="0" eaLnBrk="0" fontAlgn="base" hangingPunct="0">
              <a:spcBef>
                <a:spcPct val="20000"/>
              </a:spcBef>
              <a:spcAft>
                <a:spcPct val="0"/>
              </a:spcAft>
              <a:buClr>
                <a:schemeClr val="folHlink"/>
              </a:buClr>
              <a:buSzPct val="60000"/>
              <a:buFont typeface="Wingdings 2" panose="05020102010507070707" pitchFamily="18" charset="2"/>
              <a:buChar char=""/>
              <a:defRPr sz="2000">
                <a:solidFill>
                  <a:schemeClr val="tx1"/>
                </a:solidFill>
                <a:latin typeface="+mn-lt"/>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1"/>
                </a:solidFill>
                <a:latin typeface="+mn-lt"/>
              </a:defRPr>
            </a:lvl5pPr>
          </a:lstStyle>
          <a:p>
            <a:pPr marL="0" lvl="0" indent="0" algn="ctr" eaLnBrk="1" hangingPunct="1">
              <a:spcBef>
                <a:spcPct val="0"/>
              </a:spcBef>
              <a:buFontTx/>
              <a:buNone/>
            </a:pPr>
            <a:r>
              <a:rPr lang="en-US" altLang="zh-CN" sz="1800" dirty="0">
                <a:solidFill>
                  <a:schemeClr val="folHlink"/>
                </a:solidFill>
                <a:ea typeface="宋体" panose="02010600030101010101" pitchFamily="2" charset="-122"/>
              </a:rPr>
              <a:t>closing with thanks</a:t>
            </a:r>
            <a:endParaRPr lang="en-US" altLang="zh-CN" sz="1800" dirty="0">
              <a:solidFill>
                <a:schemeClr val="folHlink"/>
              </a:solidFill>
              <a:ea typeface="宋体" panose="02010600030101010101" pitchFamily="2" charset="-122"/>
            </a:endParaRPr>
          </a:p>
        </p:txBody>
      </p:sp>
      <p:sp>
        <p:nvSpPr>
          <p:cNvPr id="109577" name="Line 9"/>
          <p:cNvSpPr/>
          <p:nvPr/>
        </p:nvSpPr>
        <p:spPr>
          <a:xfrm flipH="1" flipV="1">
            <a:off x="6621145" y="3126105"/>
            <a:ext cx="471805" cy="374650"/>
          </a:xfrm>
          <a:prstGeom prst="line">
            <a:avLst/>
          </a:prstGeom>
          <a:ln w="9525" cap="flat" cmpd="sng">
            <a:solidFill>
              <a:schemeClr val="tx1"/>
            </a:solidFill>
            <a:prstDash val="solid"/>
            <a:headEnd type="none" w="med" len="med"/>
            <a:tailEnd type="triangle" w="med" len="med"/>
          </a:ln>
        </p:spPr>
      </p:sp>
      <p:sp>
        <p:nvSpPr>
          <p:cNvPr id="109578" name="Line 10"/>
          <p:cNvSpPr/>
          <p:nvPr/>
        </p:nvSpPr>
        <p:spPr>
          <a:xfrm flipH="1">
            <a:off x="2200275" y="3776345"/>
            <a:ext cx="289560" cy="85090"/>
          </a:xfrm>
          <a:prstGeom prst="line">
            <a:avLst/>
          </a:prstGeom>
          <a:ln w="9525" cap="flat" cmpd="sng">
            <a:solidFill>
              <a:schemeClr val="tx1"/>
            </a:solidFill>
            <a:prstDash val="solid"/>
            <a:headEnd type="none" w="med" len="med"/>
            <a:tailEnd type="triangle" w="med" len="med"/>
          </a:ln>
        </p:spPr>
      </p:sp>
      <p:sp>
        <p:nvSpPr>
          <p:cNvPr id="109579" name="Line 11"/>
          <p:cNvSpPr/>
          <p:nvPr/>
        </p:nvSpPr>
        <p:spPr>
          <a:xfrm flipH="1" flipV="1">
            <a:off x="3132455" y="4724400"/>
            <a:ext cx="403225" cy="584200"/>
          </a:xfrm>
          <a:prstGeom prst="line">
            <a:avLst/>
          </a:prstGeom>
          <a:ln w="9525" cap="flat" cmpd="sng">
            <a:solidFill>
              <a:schemeClr val="tx1"/>
            </a:solidFill>
            <a:prstDash val="solid"/>
            <a:headEnd type="none" w="med" len="med"/>
            <a:tailEnd type="triangle" w="med" len="med"/>
          </a:ln>
        </p:spPr>
      </p:sp>
      <p:sp>
        <p:nvSpPr>
          <p:cNvPr id="109580" name="Line 12"/>
          <p:cNvSpPr/>
          <p:nvPr/>
        </p:nvSpPr>
        <p:spPr>
          <a:xfrm flipH="1" flipV="1">
            <a:off x="6588125" y="5229225"/>
            <a:ext cx="406400" cy="261620"/>
          </a:xfrm>
          <a:prstGeom prst="line">
            <a:avLst/>
          </a:prstGeom>
          <a:ln w="9525" cap="flat" cmpd="sng">
            <a:solidFill>
              <a:schemeClr val="tx1"/>
            </a:solidFill>
            <a:prstDash val="solid"/>
            <a:headEnd type="none" w="med" len="med"/>
            <a:tailEnd type="triangl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9572"/>
                                        </p:tgtEl>
                                        <p:attrNameLst>
                                          <p:attrName>style.visibility</p:attrName>
                                        </p:attrNameLst>
                                      </p:cBhvr>
                                      <p:to>
                                        <p:strVal val="visible"/>
                                      </p:to>
                                    </p:set>
                                  </p:childTnLst>
                                </p:cTn>
                              </p:par>
                            </p:childTnLst>
                          </p:cTn>
                        </p:par>
                        <p:par>
                          <p:cTn id="7" fill="hold">
                            <p:stCondLst>
                              <p:cond delay="0"/>
                            </p:stCondLst>
                            <p:childTnLst>
                              <p:par>
                                <p:cTn id="8" presetID="20" presetClass="emph" presetSubtype="0" fill="hold" nodeType="afterEffect">
                                  <p:stCondLst>
                                    <p:cond delay="0"/>
                                  </p:stCondLst>
                                  <p:iterate type="lt">
                                    <p:tmPct val="10000"/>
                                  </p:iterate>
                                  <p:childTnLst>
                                    <p:set>
                                      <p:cBhvr override="childStyle">
                                        <p:cTn id="9" dur="500" autoRev="1" fill="hold"/>
                                        <p:tgtEl>
                                          <p:spTgt spid="109571">
                                            <p:txEl>
                                              <p:charRg st="43" end="110"/>
                                            </p:txEl>
                                          </p:spTgt>
                                        </p:tgtEl>
                                        <p:attrNameLst>
                                          <p:attrName>style.color</p:attrName>
                                        </p:attrNameLst>
                                      </p:cBhvr>
                                      <p:to>
                                        <p:clrVal>
                                          <a:schemeClr val="accent2"/>
                                        </p:clrVal>
                                      </p:to>
                                    </p:set>
                                    <p:set>
                                      <p:cBhvr>
                                        <p:cTn id="10" dur="500" autoRev="1" fill="hold"/>
                                        <p:tgtEl>
                                          <p:spTgt spid="109571">
                                            <p:txEl>
                                              <p:charRg st="43" end="110"/>
                                            </p:txEl>
                                          </p:spTgt>
                                        </p:tgtEl>
                                        <p:attrNameLst>
                                          <p:attrName>fillcolor</p:attrName>
                                        </p:attrNameLst>
                                      </p:cBhvr>
                                      <p:to>
                                        <p:clrVal>
                                          <a:schemeClr val="accent2"/>
                                        </p:clrVal>
                                      </p:to>
                                    </p:set>
                                    <p:set>
                                      <p:cBhvr>
                                        <p:cTn id="11" dur="500" autoRev="1" fill="hold"/>
                                        <p:tgtEl>
                                          <p:spTgt spid="109571">
                                            <p:txEl>
                                              <p:charRg st="43" end="110"/>
                                            </p:txEl>
                                          </p:spTgt>
                                        </p:tgtEl>
                                        <p:attrNameLst>
                                          <p:attrName>fill.type</p:attrName>
                                        </p:attrNameLst>
                                      </p:cBhvr>
                                      <p:to>
                                        <p:strVal val="solid"/>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09577"/>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10957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09578"/>
                                        </p:tgtEl>
                                        <p:attrNameLst>
                                          <p:attrName>style.visibility</p:attrName>
                                        </p:attrNameLst>
                                      </p:cBhvr>
                                      <p:to>
                                        <p:strVal val="visible"/>
                                      </p:to>
                                    </p:set>
                                    <p:animEffect transition="in" filter="checkerboard(across)">
                                      <p:cBhvr>
                                        <p:cTn id="22" dur="500"/>
                                        <p:tgtEl>
                                          <p:spTgt spid="109578"/>
                                        </p:tgtEl>
                                      </p:cBhvr>
                                    </p:animEffect>
                                  </p:childTnLst>
                                </p:cTn>
                              </p:par>
                              <p:par>
                                <p:cTn id="23" presetID="5" presetClass="entr" presetSubtype="10" fill="hold" grpId="0" nodeType="withEffect">
                                  <p:stCondLst>
                                    <p:cond delay="0"/>
                                  </p:stCondLst>
                                  <p:childTnLst>
                                    <p:set>
                                      <p:cBhvr>
                                        <p:cTn id="24" dur="1" fill="hold">
                                          <p:stCondLst>
                                            <p:cond delay="0"/>
                                          </p:stCondLst>
                                        </p:cTn>
                                        <p:tgtEl>
                                          <p:spTgt spid="109574"/>
                                        </p:tgtEl>
                                        <p:attrNameLst>
                                          <p:attrName>style.visibility</p:attrName>
                                        </p:attrNameLst>
                                      </p:cBhvr>
                                      <p:to>
                                        <p:strVal val="visible"/>
                                      </p:to>
                                    </p:set>
                                    <p:animEffect transition="in" filter="checkerboard(across)">
                                      <p:cBhvr>
                                        <p:cTn id="25" dur="500"/>
                                        <p:tgtEl>
                                          <p:spTgt spid="109574"/>
                                        </p:tgtEl>
                                      </p:cBhvr>
                                    </p:animEffect>
                                  </p:childTnLst>
                                </p:cTn>
                              </p:par>
                            </p:childTnLst>
                          </p:cTn>
                        </p:par>
                        <p:par>
                          <p:cTn id="26" fill="hold">
                            <p:stCondLst>
                              <p:cond delay="500"/>
                            </p:stCondLst>
                            <p:childTnLst>
                              <p:par>
                                <p:cTn id="27" presetID="20" presetClass="emph" presetSubtype="0" fill="hold" nodeType="afterEffect">
                                  <p:stCondLst>
                                    <p:cond delay="0"/>
                                  </p:stCondLst>
                                  <p:iterate type="lt">
                                    <p:tmPct val="10000"/>
                                  </p:iterate>
                                  <p:childTnLst>
                                    <p:set>
                                      <p:cBhvr override="childStyle">
                                        <p:cTn id="28" dur="500" autoRev="1" fill="hold"/>
                                        <p:tgtEl>
                                          <p:spTgt spid="109571">
                                            <p:txEl>
                                              <p:charRg st="218" end="279"/>
                                            </p:txEl>
                                          </p:spTgt>
                                        </p:tgtEl>
                                        <p:attrNameLst>
                                          <p:attrName>style.color</p:attrName>
                                        </p:attrNameLst>
                                      </p:cBhvr>
                                      <p:to>
                                        <p:clrVal>
                                          <a:schemeClr val="accent2"/>
                                        </p:clrVal>
                                      </p:to>
                                    </p:set>
                                    <p:set>
                                      <p:cBhvr>
                                        <p:cTn id="29" dur="500" autoRev="1" fill="hold"/>
                                        <p:tgtEl>
                                          <p:spTgt spid="109571">
                                            <p:txEl>
                                              <p:charRg st="218" end="279"/>
                                            </p:txEl>
                                          </p:spTgt>
                                        </p:tgtEl>
                                        <p:attrNameLst>
                                          <p:attrName>fillcolor</p:attrName>
                                        </p:attrNameLst>
                                      </p:cBhvr>
                                      <p:to>
                                        <p:clrVal>
                                          <a:schemeClr val="accent2"/>
                                        </p:clrVal>
                                      </p:to>
                                    </p:set>
                                    <p:set>
                                      <p:cBhvr>
                                        <p:cTn id="30" dur="500" autoRev="1" fill="hold"/>
                                        <p:tgtEl>
                                          <p:spTgt spid="109571">
                                            <p:txEl>
                                              <p:charRg st="218" end="279"/>
                                            </p:txEl>
                                          </p:spTgt>
                                        </p:tgtEl>
                                        <p:attrNameLst>
                                          <p:attrName>fill.type</p:attrName>
                                        </p:attrNameLst>
                                      </p:cBhvr>
                                      <p:to>
                                        <p:strVal val="solid"/>
                                      </p:to>
                                    </p:se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109575"/>
                                        </p:tgtEl>
                                        <p:attrNameLst>
                                          <p:attrName>style.visibility</p:attrName>
                                        </p:attrNameLst>
                                      </p:cBhvr>
                                      <p:to>
                                        <p:strVal val="visible"/>
                                      </p:to>
                                    </p:set>
                                    <p:animEffect transition="in" filter="blinds(horizontal)">
                                      <p:cBhvr>
                                        <p:cTn id="35" dur="500"/>
                                        <p:tgtEl>
                                          <p:spTgt spid="109575"/>
                                        </p:tgtEl>
                                      </p:cBhvr>
                                    </p:animEffect>
                                  </p:childTnLst>
                                </p:cTn>
                              </p:par>
                              <p:par>
                                <p:cTn id="36" presetID="3" presetClass="entr" presetSubtype="10" fill="hold" nodeType="withEffect">
                                  <p:stCondLst>
                                    <p:cond delay="0"/>
                                  </p:stCondLst>
                                  <p:childTnLst>
                                    <p:set>
                                      <p:cBhvr>
                                        <p:cTn id="37" dur="1" fill="hold">
                                          <p:stCondLst>
                                            <p:cond delay="0"/>
                                          </p:stCondLst>
                                        </p:cTn>
                                        <p:tgtEl>
                                          <p:spTgt spid="109579"/>
                                        </p:tgtEl>
                                        <p:attrNameLst>
                                          <p:attrName>style.visibility</p:attrName>
                                        </p:attrNameLst>
                                      </p:cBhvr>
                                      <p:to>
                                        <p:strVal val="visible"/>
                                      </p:to>
                                    </p:set>
                                    <p:animEffect transition="in" filter="blinds(horizontal)">
                                      <p:cBhvr>
                                        <p:cTn id="38" dur="500"/>
                                        <p:tgtEl>
                                          <p:spTgt spid="109579"/>
                                        </p:tgtEl>
                                      </p:cBhvr>
                                    </p:animEffect>
                                  </p:childTnLst>
                                </p:cTn>
                              </p:par>
                            </p:childTnLst>
                          </p:cTn>
                        </p:par>
                      </p:childTnLst>
                    </p:cTn>
                  </p:par>
                  <p:par>
                    <p:cTn id="39" fill="hold">
                      <p:stCondLst>
                        <p:cond delay="indefinite"/>
                      </p:stCondLst>
                      <p:childTnLst>
                        <p:par>
                          <p:cTn id="40" fill="hold">
                            <p:stCondLst>
                              <p:cond delay="0"/>
                            </p:stCondLst>
                            <p:childTnLst>
                              <p:par>
                                <p:cTn id="41" presetID="5" presetClass="entr" presetSubtype="10" fill="hold" grpId="0" nodeType="clickEffect">
                                  <p:stCondLst>
                                    <p:cond delay="0"/>
                                  </p:stCondLst>
                                  <p:childTnLst>
                                    <p:set>
                                      <p:cBhvr>
                                        <p:cTn id="42" dur="1" fill="hold">
                                          <p:stCondLst>
                                            <p:cond delay="0"/>
                                          </p:stCondLst>
                                        </p:cTn>
                                        <p:tgtEl>
                                          <p:spTgt spid="109576"/>
                                        </p:tgtEl>
                                        <p:attrNameLst>
                                          <p:attrName>style.visibility</p:attrName>
                                        </p:attrNameLst>
                                      </p:cBhvr>
                                      <p:to>
                                        <p:strVal val="visible"/>
                                      </p:to>
                                    </p:set>
                                    <p:animEffect transition="in" filter="checkerboard(across)">
                                      <p:cBhvr>
                                        <p:cTn id="43" dur="500"/>
                                        <p:tgtEl>
                                          <p:spTgt spid="109576"/>
                                        </p:tgtEl>
                                      </p:cBhvr>
                                    </p:animEffect>
                                  </p:childTnLst>
                                </p:cTn>
                              </p:par>
                              <p:par>
                                <p:cTn id="44" presetID="5" presetClass="entr" presetSubtype="10" fill="hold" nodeType="withEffect">
                                  <p:stCondLst>
                                    <p:cond delay="0"/>
                                  </p:stCondLst>
                                  <p:childTnLst>
                                    <p:set>
                                      <p:cBhvr>
                                        <p:cTn id="45" dur="1" fill="hold">
                                          <p:stCondLst>
                                            <p:cond delay="0"/>
                                          </p:stCondLst>
                                        </p:cTn>
                                        <p:tgtEl>
                                          <p:spTgt spid="109580"/>
                                        </p:tgtEl>
                                        <p:attrNameLst>
                                          <p:attrName>style.visibility</p:attrName>
                                        </p:attrNameLst>
                                      </p:cBhvr>
                                      <p:to>
                                        <p:strVal val="visible"/>
                                      </p:to>
                                    </p:set>
                                    <p:animEffect transition="in" filter="checkerboard(across)">
                                      <p:cBhvr>
                                        <p:cTn id="46" dur="500"/>
                                        <p:tgtEl>
                                          <p:spTgt spid="1095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2" grpId="0"/>
      <p:bldP spid="109573" grpId="0"/>
      <p:bldP spid="109574" grpId="0"/>
      <p:bldP spid="109575" grpId="0"/>
      <p:bldP spid="10957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2"/>
          <p:cNvSpPr>
            <a:spLocks noGrp="1"/>
          </p:cNvSpPr>
          <p:nvPr>
            <p:ph type="title"/>
          </p:nvPr>
        </p:nvSpPr>
        <p:spPr/>
        <p:txBody>
          <a:bodyPr vert="horz" wrap="square" lIns="91440" tIns="45720" rIns="91440" bIns="45720" anchor="ctr" anchorCtr="0"/>
          <a:p>
            <a:pPr eaLnBrk="1" hangingPunct="1"/>
            <a:r>
              <a:rPr lang="en-US" altLang="zh-CN" sz="3200" dirty="0">
                <a:ea typeface="宋体" panose="02010600030101010101" pitchFamily="2" charset="-122"/>
              </a:rPr>
              <a:t>Sample Demonstration: Refusal  </a:t>
            </a:r>
            <a:endParaRPr lang="en-US" altLang="zh-CN" sz="3200" dirty="0">
              <a:ea typeface="宋体" panose="02010600030101010101" pitchFamily="2" charset="-122"/>
            </a:endParaRPr>
          </a:p>
        </p:txBody>
      </p:sp>
      <p:sp>
        <p:nvSpPr>
          <p:cNvPr id="110595" name="Rectangle 3"/>
          <p:cNvSpPr>
            <a:spLocks noGrp="1"/>
          </p:cNvSpPr>
          <p:nvPr>
            <p:ph idx="1"/>
          </p:nvPr>
        </p:nvSpPr>
        <p:spPr/>
        <p:txBody>
          <a:bodyPr vert="horz" wrap="square" lIns="91440" tIns="45720" rIns="91440" bIns="45720" anchor="t" anchorCtr="0"/>
          <a:p>
            <a:pPr eaLnBrk="1" hangingPunct="1">
              <a:lnSpc>
                <a:spcPct val="80000"/>
              </a:lnSpc>
              <a:buNone/>
            </a:pPr>
            <a:r>
              <a:rPr lang="en-US" altLang="zh-CN" sz="1600" b="1" dirty="0">
                <a:ea typeface="宋体" panose="02010600030101010101" pitchFamily="2" charset="-122"/>
              </a:rPr>
              <a:t>July 5, 2005</a:t>
            </a:r>
            <a:endParaRPr lang="en-US" altLang="zh-CN" sz="1600" b="1" dirty="0">
              <a:ea typeface="宋体" panose="02010600030101010101" pitchFamily="2" charset="-122"/>
            </a:endParaRPr>
          </a:p>
          <a:p>
            <a:pPr eaLnBrk="1" hangingPunct="1">
              <a:lnSpc>
                <a:spcPct val="80000"/>
              </a:lnSpc>
              <a:buNone/>
            </a:pPr>
            <a:endParaRPr lang="en-US" altLang="zh-CN" sz="1600" b="1" dirty="0">
              <a:ea typeface="宋体" panose="02010600030101010101" pitchFamily="2" charset="-122"/>
            </a:endParaRPr>
          </a:p>
          <a:p>
            <a:pPr eaLnBrk="1" hangingPunct="1">
              <a:lnSpc>
                <a:spcPct val="80000"/>
              </a:lnSpc>
              <a:buNone/>
            </a:pPr>
            <a:r>
              <a:rPr lang="en-US" altLang="zh-CN" sz="1600" b="1" dirty="0">
                <a:ea typeface="宋体" panose="02010600030101010101" pitchFamily="2" charset="-122"/>
              </a:rPr>
              <a:t>Dear Professor Chuck Taylor,</a:t>
            </a:r>
            <a:endParaRPr lang="en-US" altLang="zh-CN" sz="1600" b="1" dirty="0">
              <a:ea typeface="宋体" panose="02010600030101010101" pitchFamily="2" charset="-122"/>
            </a:endParaRPr>
          </a:p>
          <a:p>
            <a:pPr eaLnBrk="1" hangingPunct="1">
              <a:lnSpc>
                <a:spcPct val="80000"/>
              </a:lnSpc>
              <a:buNone/>
            </a:pPr>
            <a:endParaRPr lang="en-US" altLang="zh-CN" sz="1600" b="1" dirty="0">
              <a:ea typeface="宋体" panose="02010600030101010101" pitchFamily="2" charset="-122"/>
            </a:endParaRPr>
          </a:p>
          <a:p>
            <a:pPr eaLnBrk="1" hangingPunct="1">
              <a:lnSpc>
                <a:spcPct val="80000"/>
              </a:lnSpc>
              <a:buNone/>
            </a:pPr>
            <a:r>
              <a:rPr lang="en-US" altLang="zh-CN" sz="1600" b="1" dirty="0">
                <a:ea typeface="宋体" panose="02010600030101010101" pitchFamily="2" charset="-122"/>
              </a:rPr>
              <a:t>Thank you for your letter of 19 June, 2005, inviting me to attend the International</a:t>
            </a:r>
            <a:endParaRPr lang="en-US" altLang="zh-CN" sz="1600" b="1" dirty="0">
              <a:ea typeface="宋体" panose="02010600030101010101" pitchFamily="2" charset="-122"/>
            </a:endParaRPr>
          </a:p>
          <a:p>
            <a:pPr algn="l" eaLnBrk="1" hangingPunct="1">
              <a:lnSpc>
                <a:spcPct val="80000"/>
              </a:lnSpc>
              <a:buNone/>
            </a:pPr>
            <a:r>
              <a:rPr lang="en-US" altLang="zh-CN" sz="1600" b="1" dirty="0">
                <a:ea typeface="宋体" panose="02010600030101010101" pitchFamily="2" charset="-122"/>
              </a:rPr>
              <a:t>Conference on Education to be held at the National University of  Singapore, Singapore, from 6-9 December, 2005, as a part of the NUS Centennial Celebration Conferences.</a:t>
            </a:r>
            <a:endParaRPr lang="en-US" altLang="zh-CN" sz="1600" b="1" dirty="0">
              <a:ea typeface="宋体" panose="02010600030101010101" pitchFamily="2" charset="-122"/>
            </a:endParaRPr>
          </a:p>
          <a:p>
            <a:pPr eaLnBrk="1" hangingPunct="1">
              <a:lnSpc>
                <a:spcPct val="80000"/>
              </a:lnSpc>
              <a:buNone/>
            </a:pPr>
            <a:endParaRPr lang="en-US" altLang="zh-CN" sz="1600" b="1" dirty="0">
              <a:ea typeface="宋体" panose="02010600030101010101" pitchFamily="2" charset="-122"/>
            </a:endParaRPr>
          </a:p>
          <a:p>
            <a:pPr eaLnBrk="1" hangingPunct="1">
              <a:lnSpc>
                <a:spcPct val="80000"/>
              </a:lnSpc>
              <a:buNone/>
            </a:pPr>
            <a:r>
              <a:rPr lang="en-US" altLang="zh-CN" sz="1600" b="1" dirty="0">
                <a:ea typeface="宋体" panose="02010600030101010101" pitchFamily="2" charset="-122"/>
              </a:rPr>
              <a:t>I am very sorry to inform you that I shall not be able to honor the invitation because I have been suffering from ill health for some time. I am firmly advised that it would be unwise to undertake any distance travel by air in the near future.</a:t>
            </a:r>
            <a:endParaRPr lang="en-US" altLang="zh-CN" sz="1600" b="1" dirty="0">
              <a:ea typeface="宋体" panose="02010600030101010101" pitchFamily="2" charset="-122"/>
            </a:endParaRPr>
          </a:p>
          <a:p>
            <a:pPr eaLnBrk="1" hangingPunct="1">
              <a:lnSpc>
                <a:spcPct val="80000"/>
              </a:lnSpc>
              <a:buNone/>
            </a:pPr>
            <a:endParaRPr lang="en-US" altLang="zh-CN" sz="1600" b="1" dirty="0">
              <a:ea typeface="宋体" panose="02010600030101010101" pitchFamily="2" charset="-122"/>
            </a:endParaRPr>
          </a:p>
          <a:p>
            <a:pPr eaLnBrk="1" hangingPunct="1">
              <a:lnSpc>
                <a:spcPct val="80000"/>
              </a:lnSpc>
              <a:buNone/>
            </a:pPr>
            <a:r>
              <a:rPr lang="en-US" altLang="zh-CN" sz="1600" b="1" dirty="0">
                <a:ea typeface="宋体" panose="02010600030101010101" pitchFamily="2" charset="-122"/>
              </a:rPr>
              <a:t>I wish the conference a successful one.</a:t>
            </a:r>
            <a:endParaRPr lang="en-US" altLang="zh-CN" sz="1600" b="1" dirty="0">
              <a:ea typeface="宋体" panose="02010600030101010101" pitchFamily="2" charset="-122"/>
            </a:endParaRPr>
          </a:p>
          <a:p>
            <a:pPr eaLnBrk="1" hangingPunct="1">
              <a:lnSpc>
                <a:spcPct val="80000"/>
              </a:lnSpc>
              <a:buNone/>
            </a:pPr>
            <a:endParaRPr lang="en-US" altLang="zh-CN" sz="1600" b="1" dirty="0">
              <a:ea typeface="宋体" panose="02010600030101010101" pitchFamily="2" charset="-122"/>
            </a:endParaRPr>
          </a:p>
          <a:p>
            <a:pPr eaLnBrk="1" hangingPunct="1">
              <a:lnSpc>
                <a:spcPct val="80000"/>
              </a:lnSpc>
              <a:buNone/>
            </a:pPr>
            <a:r>
              <a:rPr lang="en-US" altLang="zh-CN" sz="1600" b="1" dirty="0">
                <a:ea typeface="宋体" panose="02010600030101010101" pitchFamily="2" charset="-122"/>
              </a:rPr>
              <a:t>                                                      </a:t>
            </a:r>
            <a:endParaRPr lang="en-US" altLang="zh-CN" sz="1600" b="1" dirty="0">
              <a:ea typeface="宋体" panose="02010600030101010101" pitchFamily="2" charset="-122"/>
            </a:endParaRPr>
          </a:p>
          <a:p>
            <a:pPr eaLnBrk="1" hangingPunct="1">
              <a:lnSpc>
                <a:spcPct val="80000"/>
              </a:lnSpc>
              <a:buNone/>
            </a:pPr>
            <a:r>
              <a:rPr lang="en-US" altLang="zh-CN" sz="1600" b="1" dirty="0">
                <a:ea typeface="宋体" panose="02010600030101010101" pitchFamily="2" charset="-122"/>
              </a:rPr>
              <a:t>Respectfully yours,</a:t>
            </a:r>
            <a:endParaRPr lang="en-US" altLang="zh-CN" sz="1600" b="1" dirty="0">
              <a:ea typeface="宋体" panose="02010600030101010101" pitchFamily="2" charset="-122"/>
            </a:endParaRPr>
          </a:p>
          <a:p>
            <a:pPr eaLnBrk="1" hangingPunct="1">
              <a:lnSpc>
                <a:spcPct val="80000"/>
              </a:lnSpc>
              <a:buNone/>
            </a:pPr>
            <a:r>
              <a:rPr lang="en-US" altLang="zh-CN" sz="1600" b="1" dirty="0">
                <a:ea typeface="宋体" panose="02010600030101010101" pitchFamily="2" charset="-122"/>
              </a:rPr>
              <a:t>(signature)</a:t>
            </a:r>
            <a:endParaRPr lang="en-US" altLang="zh-CN" sz="1600" b="1" dirty="0">
              <a:ea typeface="宋体" panose="02010600030101010101" pitchFamily="2" charset="-122"/>
            </a:endParaRPr>
          </a:p>
          <a:p>
            <a:pPr eaLnBrk="1" hangingPunct="1">
              <a:lnSpc>
                <a:spcPct val="80000"/>
              </a:lnSpc>
              <a:buNone/>
            </a:pPr>
            <a:endParaRPr lang="en-US" altLang="zh-CN" sz="1600" b="1" dirty="0">
              <a:ea typeface="宋体" panose="02010600030101010101" pitchFamily="2" charset="-122"/>
            </a:endParaRPr>
          </a:p>
          <a:p>
            <a:pPr eaLnBrk="1" hangingPunct="1">
              <a:lnSpc>
                <a:spcPct val="80000"/>
              </a:lnSpc>
              <a:buNone/>
            </a:pPr>
            <a:r>
              <a:rPr lang="en-US" altLang="zh-CN" sz="1600" b="1" dirty="0">
                <a:ea typeface="宋体" panose="02010600030101010101" pitchFamily="2" charset="-122"/>
              </a:rPr>
              <a:t>Feilong Wang </a:t>
            </a:r>
            <a:endParaRPr lang="en-US" altLang="zh-CN" sz="1600" b="1" dirty="0">
              <a:ea typeface="宋体" panose="02010600030101010101" pitchFamily="2" charset="-122"/>
            </a:endParaRPr>
          </a:p>
          <a:p>
            <a:pPr eaLnBrk="1" hangingPunct="1">
              <a:lnSpc>
                <a:spcPct val="80000"/>
              </a:lnSpc>
              <a:buNone/>
            </a:pPr>
            <a:endParaRPr lang="zh-CN" altLang="en-US" sz="1600" b="1" dirty="0">
              <a:ea typeface="宋体" panose="02010600030101010101" pitchFamily="2" charset="-122"/>
            </a:endParaRPr>
          </a:p>
        </p:txBody>
      </p:sp>
      <p:sp>
        <p:nvSpPr>
          <p:cNvPr id="110596" name="Rectangle 4"/>
          <p:cNvSpPr/>
          <p:nvPr/>
        </p:nvSpPr>
        <p:spPr>
          <a:xfrm>
            <a:off x="1403350" y="1989138"/>
            <a:ext cx="2952750" cy="4318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50000"/>
              <a:buFont typeface="Wingdings 2" panose="05020102010507070707" pitchFamily="18" charset="2"/>
              <a:buChar char=""/>
              <a:defRPr sz="2800">
                <a:solidFill>
                  <a:schemeClr val="tx1"/>
                </a:solidFill>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latin typeface="+mn-lt"/>
              </a:defRPr>
            </a:lvl3pPr>
            <a:lvl4pPr marL="1600200" indent="-228600" algn="l" rtl="0" eaLnBrk="0" fontAlgn="base" hangingPunct="0">
              <a:spcBef>
                <a:spcPct val="20000"/>
              </a:spcBef>
              <a:spcAft>
                <a:spcPct val="0"/>
              </a:spcAft>
              <a:buClr>
                <a:schemeClr val="folHlink"/>
              </a:buClr>
              <a:buSzPct val="60000"/>
              <a:buFont typeface="Wingdings 2" panose="05020102010507070707" pitchFamily="18" charset="2"/>
              <a:buChar char=""/>
              <a:defRPr sz="2000">
                <a:solidFill>
                  <a:schemeClr val="tx1"/>
                </a:solidFill>
                <a:latin typeface="+mn-lt"/>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1"/>
                </a:solidFill>
                <a:latin typeface="+mn-lt"/>
              </a:defRPr>
            </a:lvl5pPr>
          </a:lstStyle>
          <a:p>
            <a:pPr marL="0" lvl="0" indent="0" algn="ctr" eaLnBrk="1" hangingPunct="1">
              <a:spcBef>
                <a:spcPct val="0"/>
              </a:spcBef>
              <a:buFontTx/>
              <a:buNone/>
            </a:pPr>
            <a:r>
              <a:rPr lang="en-US" altLang="zh-CN" sz="1800" dirty="0">
                <a:solidFill>
                  <a:schemeClr val="folHlink"/>
                </a:solidFill>
                <a:ea typeface="宋体" panose="02010600030101010101" pitchFamily="2" charset="-122"/>
              </a:rPr>
              <a:t>expressing thanks</a:t>
            </a:r>
            <a:endParaRPr lang="en-US" altLang="zh-CN" sz="1800" dirty="0">
              <a:solidFill>
                <a:schemeClr val="folHlink"/>
              </a:solidFill>
              <a:ea typeface="宋体" panose="02010600030101010101" pitchFamily="2" charset="-122"/>
            </a:endParaRPr>
          </a:p>
        </p:txBody>
      </p:sp>
      <p:sp>
        <p:nvSpPr>
          <p:cNvPr id="110597" name="Rectangle 5"/>
          <p:cNvSpPr/>
          <p:nvPr/>
        </p:nvSpPr>
        <p:spPr>
          <a:xfrm>
            <a:off x="3347720" y="3068955"/>
            <a:ext cx="2952750" cy="4318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50000"/>
              <a:buFont typeface="Wingdings 2" panose="05020102010507070707" pitchFamily="18" charset="2"/>
              <a:buChar char=""/>
              <a:defRPr sz="2800">
                <a:solidFill>
                  <a:schemeClr val="tx1"/>
                </a:solidFill>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latin typeface="+mn-lt"/>
              </a:defRPr>
            </a:lvl3pPr>
            <a:lvl4pPr marL="1600200" indent="-228600" algn="l" rtl="0" eaLnBrk="0" fontAlgn="base" hangingPunct="0">
              <a:spcBef>
                <a:spcPct val="20000"/>
              </a:spcBef>
              <a:spcAft>
                <a:spcPct val="0"/>
              </a:spcAft>
              <a:buClr>
                <a:schemeClr val="folHlink"/>
              </a:buClr>
              <a:buSzPct val="60000"/>
              <a:buFont typeface="Wingdings 2" panose="05020102010507070707" pitchFamily="18" charset="2"/>
              <a:buChar char=""/>
              <a:defRPr sz="2000">
                <a:solidFill>
                  <a:schemeClr val="tx1"/>
                </a:solidFill>
                <a:latin typeface="+mn-lt"/>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1"/>
                </a:solidFill>
                <a:latin typeface="+mn-lt"/>
              </a:defRPr>
            </a:lvl5pPr>
          </a:lstStyle>
          <a:p>
            <a:pPr marL="0" lvl="0" indent="0" algn="ctr" eaLnBrk="1" hangingPunct="1">
              <a:spcBef>
                <a:spcPct val="0"/>
              </a:spcBef>
              <a:buFontTx/>
              <a:buNone/>
            </a:pPr>
            <a:r>
              <a:rPr lang="en-US" altLang="zh-CN" sz="1800" dirty="0">
                <a:solidFill>
                  <a:schemeClr val="folHlink"/>
                </a:solidFill>
                <a:ea typeface="宋体" panose="02010600030101010101" pitchFamily="2" charset="-122"/>
              </a:rPr>
              <a:t>giving reasons for refusal</a:t>
            </a:r>
            <a:endParaRPr lang="en-US" altLang="zh-CN" sz="1800" dirty="0">
              <a:solidFill>
                <a:schemeClr val="folHlink"/>
              </a:solidFill>
              <a:ea typeface="宋体" panose="02010600030101010101" pitchFamily="2" charset="-122"/>
            </a:endParaRPr>
          </a:p>
        </p:txBody>
      </p:sp>
      <p:sp>
        <p:nvSpPr>
          <p:cNvPr id="110598" name="Rectangle 6"/>
          <p:cNvSpPr/>
          <p:nvPr/>
        </p:nvSpPr>
        <p:spPr>
          <a:xfrm>
            <a:off x="4356100" y="4437063"/>
            <a:ext cx="2952750" cy="4318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50000"/>
              <a:buFont typeface="Wingdings 2" panose="05020102010507070707" pitchFamily="18" charset="2"/>
              <a:buChar char=""/>
              <a:defRPr sz="2800">
                <a:solidFill>
                  <a:schemeClr val="tx1"/>
                </a:solidFill>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latin typeface="+mn-lt"/>
              </a:defRPr>
            </a:lvl3pPr>
            <a:lvl4pPr marL="1600200" indent="-228600" algn="l" rtl="0" eaLnBrk="0" fontAlgn="base" hangingPunct="0">
              <a:spcBef>
                <a:spcPct val="20000"/>
              </a:spcBef>
              <a:spcAft>
                <a:spcPct val="0"/>
              </a:spcAft>
              <a:buClr>
                <a:schemeClr val="folHlink"/>
              </a:buClr>
              <a:buSzPct val="60000"/>
              <a:buFont typeface="Wingdings 2" panose="05020102010507070707" pitchFamily="18" charset="2"/>
              <a:buChar char=""/>
              <a:defRPr sz="2000">
                <a:solidFill>
                  <a:schemeClr val="tx1"/>
                </a:solidFill>
                <a:latin typeface="+mn-lt"/>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1"/>
                </a:solidFill>
                <a:latin typeface="+mn-lt"/>
              </a:defRPr>
            </a:lvl5pPr>
          </a:lstStyle>
          <a:p>
            <a:pPr marL="0" lvl="0" indent="0" algn="ctr" eaLnBrk="1" hangingPunct="1">
              <a:spcBef>
                <a:spcPct val="0"/>
              </a:spcBef>
              <a:buFontTx/>
              <a:buNone/>
            </a:pPr>
            <a:r>
              <a:rPr lang="en-US" altLang="zh-CN" sz="1800" dirty="0">
                <a:solidFill>
                  <a:schemeClr val="folHlink"/>
                </a:solidFill>
                <a:ea typeface="宋体" panose="02010600030101010101" pitchFamily="2" charset="-122"/>
              </a:rPr>
              <a:t>extending good wishes</a:t>
            </a:r>
            <a:endParaRPr lang="en-US" altLang="zh-CN" sz="1800" dirty="0">
              <a:solidFill>
                <a:schemeClr val="folHlink"/>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0596"/>
                                        </p:tgtEl>
                                        <p:attrNameLst>
                                          <p:attrName>style.visibility</p:attrName>
                                        </p:attrNameLst>
                                      </p:cBhvr>
                                      <p:to>
                                        <p:strVal val="visible"/>
                                      </p:to>
                                    </p:set>
                                  </p:childTnLst>
                                </p:cTn>
                              </p:par>
                            </p:childTnLst>
                          </p:cTn>
                        </p:par>
                        <p:par>
                          <p:cTn id="7" fill="hold">
                            <p:stCondLst>
                              <p:cond delay="0"/>
                            </p:stCondLst>
                            <p:childTnLst>
                              <p:par>
                                <p:cTn id="8" presetID="20" presetClass="emph" presetSubtype="0" fill="hold" nodeType="afterEffect">
                                  <p:stCondLst>
                                    <p:cond delay="0"/>
                                  </p:stCondLst>
                                  <p:iterate type="lt">
                                    <p:tmPct val="10000"/>
                                  </p:iterate>
                                  <p:childTnLst>
                                    <p:set>
                                      <p:cBhvr override="childStyle">
                                        <p:cTn id="9" dur="500" autoRev="1" fill="hold"/>
                                        <p:tgtEl>
                                          <p:spTgt spid="110595">
                                            <p:txEl>
                                              <p:charRg st="44" end="128"/>
                                            </p:txEl>
                                          </p:spTgt>
                                        </p:tgtEl>
                                        <p:attrNameLst>
                                          <p:attrName>style.color</p:attrName>
                                        </p:attrNameLst>
                                      </p:cBhvr>
                                      <p:to>
                                        <p:clrVal>
                                          <a:schemeClr val="accent2"/>
                                        </p:clrVal>
                                      </p:to>
                                    </p:set>
                                    <p:set>
                                      <p:cBhvr>
                                        <p:cTn id="10" dur="500" autoRev="1" fill="hold"/>
                                        <p:tgtEl>
                                          <p:spTgt spid="110595">
                                            <p:txEl>
                                              <p:charRg st="44" end="128"/>
                                            </p:txEl>
                                          </p:spTgt>
                                        </p:tgtEl>
                                        <p:attrNameLst>
                                          <p:attrName>fillcolor</p:attrName>
                                        </p:attrNameLst>
                                      </p:cBhvr>
                                      <p:to>
                                        <p:clrVal>
                                          <a:schemeClr val="accent2"/>
                                        </p:clrVal>
                                      </p:to>
                                    </p:set>
                                    <p:set>
                                      <p:cBhvr>
                                        <p:cTn id="11" dur="500" autoRev="1" fill="hold"/>
                                        <p:tgtEl>
                                          <p:spTgt spid="110595">
                                            <p:txEl>
                                              <p:charRg st="44" end="128"/>
                                            </p:txEl>
                                          </p:spTgt>
                                        </p:tgtEl>
                                        <p:attrNameLst>
                                          <p:attrName>fill.type</p:attrName>
                                        </p:attrNameLst>
                                      </p:cBhvr>
                                      <p:to>
                                        <p:strVal val="solid"/>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1059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105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6" grpId="0"/>
      <p:bldP spid="110597" grpId="0"/>
      <p:bldP spid="11059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2"/>
          <p:cNvSpPr>
            <a:spLocks noGrp="1"/>
          </p:cNvSpPr>
          <p:nvPr>
            <p:ph type="title"/>
          </p:nvPr>
        </p:nvSpPr>
        <p:spPr/>
        <p:txBody>
          <a:bodyPr vert="horz" wrap="square" lIns="91440" tIns="45720" rIns="91440" bIns="45720" anchor="ctr" anchorCtr="0"/>
          <a:p>
            <a:pPr eaLnBrk="1" hangingPunct="1"/>
            <a:r>
              <a:rPr lang="en-US" altLang="zh-CN" sz="3200" dirty="0">
                <a:ea typeface="宋体" panose="02010600030101010101" pitchFamily="2" charset="-122"/>
              </a:rPr>
              <a:t>Tips for Letter Writing </a:t>
            </a:r>
            <a:endParaRPr lang="en-US" altLang="zh-CN" sz="3200" dirty="0">
              <a:ea typeface="宋体" panose="02010600030101010101" pitchFamily="2" charset="-122"/>
            </a:endParaRPr>
          </a:p>
        </p:txBody>
      </p:sp>
      <p:sp>
        <p:nvSpPr>
          <p:cNvPr id="20483" name="Rectangle 3"/>
          <p:cNvSpPr>
            <a:spLocks noGrp="1"/>
          </p:cNvSpPr>
          <p:nvPr>
            <p:ph idx="1"/>
          </p:nvPr>
        </p:nvSpPr>
        <p:spPr/>
        <p:txBody>
          <a:bodyPr vert="horz" wrap="square" lIns="91440" tIns="45720" rIns="91440" bIns="45720" anchor="t" anchorCtr="0"/>
          <a:p>
            <a:pPr eaLnBrk="1" hangingPunct="1"/>
            <a:r>
              <a:rPr lang="en-US" altLang="zh-CN" dirty="0">
                <a:ea typeface="宋体" panose="02010600030101010101" pitchFamily="2" charset="-122"/>
              </a:rPr>
              <a:t>Good letter writing includes proper grammar, punctuation, capitalization, format, structure and addressing persons of title. </a:t>
            </a:r>
            <a:endParaRPr lang="en-US" altLang="zh-CN" dirty="0">
              <a:ea typeface="宋体" panose="02010600030101010101" pitchFamily="2" charset="-122"/>
            </a:endParaRPr>
          </a:p>
          <a:p>
            <a:pPr eaLnBrk="1" hangingPunct="1"/>
            <a:r>
              <a:rPr lang="en-US" altLang="zh-CN" dirty="0">
                <a:ea typeface="宋体" panose="02010600030101010101" pitchFamily="2" charset="-122"/>
              </a:rPr>
              <a:t>Be consistent in format.</a:t>
            </a:r>
            <a:endParaRPr lang="en-US" altLang="zh-CN" dirty="0">
              <a:ea typeface="宋体" panose="02010600030101010101" pitchFamily="2" charset="-122"/>
            </a:endParaRPr>
          </a:p>
          <a:p>
            <a:pPr eaLnBrk="1" hangingPunct="1"/>
            <a:r>
              <a:rPr lang="en-US" altLang="zh-CN" dirty="0">
                <a:ea typeface="宋体" panose="02010600030101010101" pitchFamily="2" charset="-122"/>
              </a:rPr>
              <a:t>Be brief, succinct, and unambiguous in content. </a:t>
            </a:r>
            <a:endParaRPr lang="en-US" altLang="zh-CN" dirty="0">
              <a:ea typeface="宋体" panose="02010600030101010101" pitchFamily="2" charset="-122"/>
            </a:endParaRPr>
          </a:p>
          <a:p>
            <a:pPr eaLnBrk="1" hangingPunct="1"/>
            <a:r>
              <a:rPr lang="en-US" altLang="zh-CN" dirty="0">
                <a:ea typeface="宋体" panose="02010600030101010101" pitchFamily="2" charset="-122"/>
              </a:rPr>
              <a:t>Be courteous and polite in tone. </a:t>
            </a:r>
            <a:endParaRPr lang="en-US" altLang="zh-CN" dirty="0">
              <a:ea typeface="宋体" panose="02010600030101010101" pitchFamily="2" charset="-122"/>
            </a:endParaRPr>
          </a:p>
          <a:p>
            <a:pPr eaLnBrk="1" hangingPunct="1">
              <a:buNone/>
            </a:pPr>
            <a:r>
              <a:rPr lang="en-US" altLang="zh-CN" dirty="0">
                <a:ea typeface="宋体" panose="02010600030101010101" pitchFamily="2" charset="-122"/>
              </a:rPr>
              <a:t> </a:t>
            </a:r>
            <a:endParaRPr lang="en-US" altLang="zh-CN" dirty="0">
              <a:ea typeface="宋体" panose="0201060003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Learning Aids</a:t>
            </a:r>
            <a:endParaRPr lang="en-US" altLang="zh-CN"/>
          </a:p>
        </p:txBody>
      </p:sp>
      <p:sp>
        <p:nvSpPr>
          <p:cNvPr id="3" name="内容占位符 2"/>
          <p:cNvSpPr>
            <a:spLocks noGrp="1"/>
          </p:cNvSpPr>
          <p:nvPr>
            <p:ph idx="1"/>
          </p:nvPr>
        </p:nvSpPr>
        <p:spPr/>
        <p:txBody>
          <a:bodyPr/>
          <a:p>
            <a:pPr marL="0" indent="0">
              <a:buNone/>
            </a:pPr>
            <a:r>
              <a:rPr lang="en-US" altLang="en-US"/>
              <a:t>①</a:t>
            </a:r>
            <a:r>
              <a:rPr lang="en-US" altLang="zh-CN"/>
              <a:t>Tips for writing a letter of acceptance</a:t>
            </a:r>
            <a:endParaRPr lang="en-US" altLang="zh-CN"/>
          </a:p>
          <a:p>
            <a:r>
              <a:rPr lang="en-US" altLang="zh-CN"/>
              <a:t>Your </a:t>
            </a:r>
            <a:r>
              <a:rPr lang="en-US" altLang="zh-CN">
                <a:solidFill>
                  <a:srgbClr val="FF0000"/>
                </a:solidFill>
              </a:rPr>
              <a:t>thanks </a:t>
            </a:r>
            <a:r>
              <a:rPr lang="en-US" altLang="zh-CN"/>
              <a:t>are  usually expressed </a:t>
            </a:r>
            <a:r>
              <a:rPr lang="en-US" altLang="zh-CN">
                <a:solidFill>
                  <a:srgbClr val="FF0000"/>
                </a:solidFill>
              </a:rPr>
              <a:t>at the very  beginning</a:t>
            </a:r>
            <a:r>
              <a:rPr lang="en-US" altLang="zh-CN"/>
              <a:t> of the  letter, but sometimes they can also be placed </a:t>
            </a:r>
            <a:r>
              <a:rPr lang="en-US" altLang="zh-CN">
                <a:solidFill>
                  <a:srgbClr val="FF0000"/>
                </a:solidFill>
              </a:rPr>
              <a:t>at the end </a:t>
            </a:r>
            <a:r>
              <a:rPr lang="en-US" altLang="zh-CN"/>
              <a:t>of the first paragraph.</a:t>
            </a:r>
            <a:endParaRPr lang="en-US" altLang="zh-CN"/>
          </a:p>
          <a:p>
            <a:r>
              <a:rPr lang="en-US" altLang="zh-CN"/>
              <a:t>An acceptance should be </a:t>
            </a:r>
            <a:r>
              <a:rPr lang="en-US" altLang="zh-CN">
                <a:solidFill>
                  <a:srgbClr val="FF0000"/>
                </a:solidFill>
              </a:rPr>
              <a:t>brief</a:t>
            </a:r>
            <a:r>
              <a:rPr lang="en-US" altLang="zh-CN"/>
              <a:t>.It is considered to be good to simply state your acceptance and briefly mention the main contents of the invitation.</a:t>
            </a:r>
            <a:endParaRPr lang="en-US" altLang="zh-CN"/>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Learning Aids</a:t>
            </a:r>
            <a:endParaRPr lang="zh-CN" altLang="en-US"/>
          </a:p>
        </p:txBody>
      </p:sp>
      <p:sp>
        <p:nvSpPr>
          <p:cNvPr id="3" name="内容占位符 2"/>
          <p:cNvSpPr>
            <a:spLocks noGrp="1"/>
          </p:cNvSpPr>
          <p:nvPr>
            <p:ph idx="1"/>
          </p:nvPr>
        </p:nvSpPr>
        <p:spPr/>
        <p:txBody>
          <a:bodyPr/>
          <a:p>
            <a:r>
              <a:rPr lang="en-US" altLang="zh-CN"/>
              <a:t>If  necessary,inquire  about   particular   information  such  as  accommodations  during  the  conference,equipment  for  your  speech  or presentation at the conference/seminar,etc.</a:t>
            </a:r>
            <a:endParaRPr lang="en-US" altLang="zh-CN"/>
          </a:p>
          <a:p>
            <a:r>
              <a:rPr lang="en-US" altLang="zh-CN"/>
              <a:t>Once  you   agree  to   accept  the   invitation,try  to   avoid   ungracious  amplifications.For example,"I am very busy,but I can manage it or I will come if the situation permits."</a:t>
            </a:r>
            <a:endParaRPr lang="en-US" altLang="zh-CN"/>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Learning Aids</a:t>
            </a:r>
            <a:endParaRPr lang="zh-CN" altLang="en-US"/>
          </a:p>
        </p:txBody>
      </p:sp>
      <p:sp>
        <p:nvSpPr>
          <p:cNvPr id="3" name="内容占位符 2"/>
          <p:cNvSpPr>
            <a:spLocks noGrp="1"/>
          </p:cNvSpPr>
          <p:nvPr>
            <p:ph idx="1"/>
          </p:nvPr>
        </p:nvSpPr>
        <p:spPr/>
        <p:txBody>
          <a:bodyPr/>
          <a:p>
            <a:pPr marL="0" indent="0">
              <a:buNone/>
            </a:pPr>
            <a:r>
              <a:rPr lang="en-US" altLang="en-US"/>
              <a:t>②</a:t>
            </a:r>
            <a:r>
              <a:rPr lang="en-US" altLang="zh-CN"/>
              <a:t>Tips for writing a letter of refusal</a:t>
            </a:r>
            <a:endParaRPr lang="en-US" altLang="zh-CN"/>
          </a:p>
          <a:p>
            <a:r>
              <a:rPr lang="en-US" altLang="zh-CN"/>
              <a:t>Make a courteous,sincere  remark,and  present convincing  reason(s)for declining the invitation.</a:t>
            </a:r>
            <a:endParaRPr lang="en-US" altLang="zh-CN"/>
          </a:p>
          <a:p>
            <a:r>
              <a:rPr lang="en-US" altLang="zh-CN"/>
              <a:t>Suggest  any  alternative  courses  of  action  or  other  resources,if appropriate.</a:t>
            </a:r>
            <a:endParaRPr lang="en-US" altLang="zh-CN"/>
          </a:p>
          <a:p>
            <a:r>
              <a:rPr lang="en-US" altLang="zh-CN"/>
              <a:t>Express good wishes for the next cooperation in the future.</a:t>
            </a:r>
            <a:endParaRPr lang="en-US" altLang="zh-CN"/>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3"/>
          <p:cNvSpPr>
            <a:spLocks noGrp="1"/>
          </p:cNvSpPr>
          <p:nvPr>
            <p:ph idx="1"/>
          </p:nvPr>
        </p:nvSpPr>
        <p:spPr>
          <a:xfrm>
            <a:off x="457200" y="1268730"/>
            <a:ext cx="8229600" cy="5256213"/>
          </a:xfrm>
        </p:spPr>
        <p:txBody>
          <a:bodyPr vert="horz" wrap="square" lIns="91440" tIns="45720" rIns="91440" bIns="45720" anchor="t" anchorCtr="0"/>
          <a:p>
            <a:pPr eaLnBrk="1" latinLnBrk="0" hangingPunct="1">
              <a:lnSpc>
                <a:spcPct val="100000"/>
              </a:lnSpc>
              <a:spcBef>
                <a:spcPts val="0"/>
              </a:spcBef>
            </a:pPr>
            <a:r>
              <a:rPr lang="en-US" altLang="zh-CN" sz="2400" dirty="0">
                <a:ea typeface="宋体" panose="02010600030101010101" pitchFamily="2" charset="-122"/>
              </a:rPr>
              <a:t>Most organizations issue conference notices, invitations, calls for papers or notification of acceptance, etc. via email. </a:t>
            </a:r>
            <a:endParaRPr lang="en-US" altLang="zh-CN" sz="2400" dirty="0">
              <a:ea typeface="宋体" panose="02010600030101010101" pitchFamily="2" charset="-122"/>
            </a:endParaRPr>
          </a:p>
          <a:p>
            <a:pPr eaLnBrk="1" latinLnBrk="0" hangingPunct="1">
              <a:lnSpc>
                <a:spcPct val="100000"/>
              </a:lnSpc>
              <a:spcBef>
                <a:spcPts val="0"/>
              </a:spcBef>
            </a:pPr>
            <a:r>
              <a:rPr lang="en-US" altLang="zh-CN" sz="2400" b="1" dirty="0">
                <a:ea typeface="宋体" panose="02010600030101010101" pitchFamily="2" charset="-122"/>
              </a:rPr>
              <a:t>Format for Writing an Email </a:t>
            </a:r>
            <a:endParaRPr lang="en-US" altLang="zh-CN" sz="2400" b="1" dirty="0">
              <a:ea typeface="宋体" panose="02010600030101010101" pitchFamily="2" charset="-122"/>
            </a:endParaRPr>
          </a:p>
          <a:p>
            <a:pPr lvl="1" eaLnBrk="1" latinLnBrk="0" hangingPunct="1">
              <a:lnSpc>
                <a:spcPct val="100000"/>
              </a:lnSpc>
              <a:spcBef>
                <a:spcPts val="0"/>
              </a:spcBef>
            </a:pPr>
            <a:r>
              <a:rPr lang="en-US" altLang="zh-CN" sz="2400" dirty="0">
                <a:ea typeface="宋体" panose="02010600030101010101" pitchFamily="2" charset="-122"/>
              </a:rPr>
              <a:t>From:</a:t>
            </a:r>
            <a:r>
              <a:rPr lang="en-US" altLang="zh-CN" sz="2400" b="1" dirty="0">
                <a:ea typeface="宋体" panose="02010600030101010101" pitchFamily="2" charset="-122"/>
              </a:rPr>
              <a:t> </a:t>
            </a:r>
            <a:r>
              <a:rPr lang="en-US" altLang="zh-CN" sz="2400" dirty="0">
                <a:ea typeface="宋体" panose="02010600030101010101" pitchFamily="2" charset="-122"/>
              </a:rPr>
              <a:t>the name or email address of the addresser or the combination</a:t>
            </a:r>
            <a:endParaRPr lang="en-US" altLang="zh-CN" sz="2400" dirty="0">
              <a:ea typeface="宋体" panose="02010600030101010101" pitchFamily="2" charset="-122"/>
            </a:endParaRPr>
          </a:p>
          <a:p>
            <a:pPr lvl="1" eaLnBrk="1" latinLnBrk="0" hangingPunct="1">
              <a:lnSpc>
                <a:spcPct val="100000"/>
              </a:lnSpc>
              <a:spcBef>
                <a:spcPts val="0"/>
              </a:spcBef>
            </a:pPr>
            <a:r>
              <a:rPr lang="en-US" altLang="zh-CN" sz="2400" dirty="0">
                <a:ea typeface="宋体" panose="02010600030101010101" pitchFamily="2" charset="-122"/>
              </a:rPr>
              <a:t>To: (the name and/or) the email address of the addressee</a:t>
            </a:r>
            <a:endParaRPr lang="en-US" altLang="zh-CN" sz="2400" dirty="0">
              <a:ea typeface="宋体" panose="02010600030101010101" pitchFamily="2" charset="-122"/>
            </a:endParaRPr>
          </a:p>
          <a:p>
            <a:pPr lvl="1" eaLnBrk="1" latinLnBrk="0" hangingPunct="1">
              <a:lnSpc>
                <a:spcPct val="100000"/>
              </a:lnSpc>
              <a:spcBef>
                <a:spcPts val="0"/>
              </a:spcBef>
            </a:pPr>
            <a:r>
              <a:rPr lang="en-US" altLang="zh-CN" sz="2400" dirty="0">
                <a:ea typeface="宋体" panose="02010600030101010101" pitchFamily="2" charset="-122"/>
              </a:rPr>
              <a:t>Subject: the focus/topic of the email </a:t>
            </a:r>
            <a:endParaRPr lang="en-US" altLang="zh-CN" sz="2400" dirty="0">
              <a:ea typeface="宋体" panose="02010600030101010101" pitchFamily="2" charset="-122"/>
            </a:endParaRPr>
          </a:p>
          <a:p>
            <a:pPr lvl="1" eaLnBrk="1" latinLnBrk="0" hangingPunct="1">
              <a:lnSpc>
                <a:spcPct val="100000"/>
              </a:lnSpc>
              <a:spcBef>
                <a:spcPts val="0"/>
              </a:spcBef>
            </a:pPr>
            <a:r>
              <a:rPr lang="en-US" altLang="zh-CN" sz="2400" dirty="0">
                <a:ea typeface="宋体" panose="02010600030101010101" pitchFamily="2" charset="-122"/>
              </a:rPr>
              <a:t>Body: purpose in writing the email, details, etc</a:t>
            </a:r>
            <a:endParaRPr lang="en-US" altLang="zh-CN" sz="2400" dirty="0">
              <a:ea typeface="宋体" panose="02010600030101010101" pitchFamily="2" charset="-122"/>
            </a:endParaRPr>
          </a:p>
          <a:p>
            <a:pPr lvl="1" eaLnBrk="1" latinLnBrk="0" hangingPunct="1">
              <a:lnSpc>
                <a:spcPct val="100000"/>
              </a:lnSpc>
              <a:spcBef>
                <a:spcPts val="0"/>
              </a:spcBef>
            </a:pPr>
            <a:r>
              <a:rPr lang="en-US" altLang="zh-CN" sz="2400" dirty="0">
                <a:ea typeface="宋体" panose="02010600030101010101" pitchFamily="2" charset="-122"/>
              </a:rPr>
              <a:t>Conclusion: telling what is next or possibly explaining what a follow-up is required</a:t>
            </a:r>
            <a:endParaRPr lang="en-US" altLang="zh-CN" sz="2400" dirty="0">
              <a:ea typeface="宋体" panose="02010600030101010101" pitchFamily="2" charset="-122"/>
            </a:endParaRPr>
          </a:p>
          <a:p>
            <a:pPr lvl="1" eaLnBrk="1" latinLnBrk="0" hangingPunct="1">
              <a:lnSpc>
                <a:spcPct val="100000"/>
              </a:lnSpc>
              <a:spcBef>
                <a:spcPts val="0"/>
              </a:spcBef>
            </a:pPr>
            <a:r>
              <a:rPr lang="en-US" altLang="zh-CN" sz="2400" dirty="0">
                <a:ea typeface="宋体" panose="02010600030101010101" pitchFamily="2" charset="-122"/>
              </a:rPr>
              <a:t>Complimentary close</a:t>
            </a:r>
            <a:endParaRPr lang="en-US" altLang="zh-CN" sz="2400" dirty="0">
              <a:ea typeface="宋体" panose="02010600030101010101" pitchFamily="2" charset="-122"/>
            </a:endParaRPr>
          </a:p>
          <a:p>
            <a:pPr lvl="1" eaLnBrk="1" latinLnBrk="0" hangingPunct="1">
              <a:lnSpc>
                <a:spcPct val="100000"/>
              </a:lnSpc>
              <a:spcBef>
                <a:spcPts val="0"/>
              </a:spcBef>
            </a:pPr>
            <a:r>
              <a:rPr lang="en-US" altLang="zh-CN" sz="2400" dirty="0">
                <a:ea typeface="宋体" panose="02010600030101010101" pitchFamily="2" charset="-122"/>
              </a:rPr>
              <a:t>Typed name</a:t>
            </a:r>
            <a:endParaRPr lang="en-US" altLang="zh-CN" sz="2400" dirty="0">
              <a:ea typeface="宋体" panose="02010600030101010101" pitchFamily="2" charset="-122"/>
            </a:endParaRPr>
          </a:p>
        </p:txBody>
      </p:sp>
      <p:sp>
        <p:nvSpPr>
          <p:cNvPr id="86022" name="AutoShape 6">
            <a:hlinkClick r:id="rId1" action="ppaction://hlinksldjump"/>
          </p:cNvPr>
          <p:cNvSpPr>
            <a:spLocks noChangeArrowheads="1"/>
          </p:cNvSpPr>
          <p:nvPr/>
        </p:nvSpPr>
        <p:spPr bwMode="gray">
          <a:xfrm>
            <a:off x="1692275" y="260350"/>
            <a:ext cx="6192838" cy="504825"/>
          </a:xfrm>
          <a:prstGeom prst="roundRect">
            <a:avLst>
              <a:gd name="adj" fmla="val 19046"/>
            </a:avLst>
          </a:prstGeom>
          <a:gradFill rotWithShape="1">
            <a:gsLst>
              <a:gs pos="0">
                <a:schemeClr val="hlink">
                  <a:gamma/>
                  <a:shade val="46275"/>
                  <a:invGamma/>
                </a:schemeClr>
              </a:gs>
              <a:gs pos="50000">
                <a:schemeClr val="hlink"/>
              </a:gs>
              <a:gs pos="100000">
                <a:schemeClr val="hlink">
                  <a:gamma/>
                  <a:shade val="46275"/>
                  <a:invGamma/>
                </a:schemeClr>
              </a:gs>
            </a:gsLst>
            <a:lin ang="5400000" scaled="1"/>
          </a:gradFill>
          <a:ln w="28575">
            <a:solidFill>
              <a:schemeClr val="bg1"/>
            </a:solidFill>
            <a:round/>
          </a:ln>
          <a:effectLst>
            <a:outerShdw dist="107763" dir="2700000" algn="ctr" rotWithShape="0">
              <a:schemeClr val="bg2">
                <a:alpha val="50000"/>
              </a:schemeClr>
            </a:outerShdw>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2400" b="1"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rPr>
              <a:t>Task 3. Writing an Effective Email </a:t>
            </a:r>
            <a:endParaRPr kumimoji="0" lang="en-US" altLang="zh-CN" sz="2400" b="1"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86022"/>
                                        </p:tgtEl>
                                        <p:attrNameLst>
                                          <p:attrName>style.visibility</p:attrName>
                                        </p:attrNameLst>
                                      </p:cBhvr>
                                      <p:to>
                                        <p:strVal val="visible"/>
                                      </p:to>
                                    </p:set>
                                    <p:anim calcmode="lin" valueType="num">
                                      <p:cBhvr additive="base">
                                        <p:cTn id="7" dur="500" fill="hold"/>
                                        <p:tgtEl>
                                          <p:spTgt spid="86022"/>
                                        </p:tgtEl>
                                        <p:attrNameLst>
                                          <p:attrName>ppt_x</p:attrName>
                                        </p:attrNameLst>
                                      </p:cBhvr>
                                      <p:tavLst>
                                        <p:tav tm="0">
                                          <p:val>
                                            <p:strVal val="#ppt_x"/>
                                          </p:val>
                                        </p:tav>
                                        <p:tav tm="100000">
                                          <p:val>
                                            <p:strVal val="#ppt_x"/>
                                          </p:val>
                                        </p:tav>
                                      </p:tavLst>
                                    </p:anim>
                                    <p:anim calcmode="lin" valueType="num">
                                      <p:cBhvr additive="base">
                                        <p:cTn id="8" dur="500" fill="hold"/>
                                        <p:tgtEl>
                                          <p:spTgt spid="860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2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p:cNvSpPr>
          <p:nvPr>
            <p:ph type="title"/>
          </p:nvPr>
        </p:nvSpPr>
        <p:spPr/>
        <p:txBody>
          <a:bodyPr vert="horz" wrap="square" lIns="91440" tIns="45720" rIns="91440" bIns="45720" anchor="ctr" anchorCtr="0"/>
          <a:p>
            <a:pPr eaLnBrk="1" hangingPunct="1"/>
            <a:r>
              <a:rPr lang="en-US" altLang="zh-CN" sz="3200" dirty="0">
                <a:ea typeface="宋体" panose="02010600030101010101" pitchFamily="2" charset="-122"/>
              </a:rPr>
              <a:t>Vocabulary </a:t>
            </a:r>
            <a:endParaRPr lang="en-US" altLang="zh-CN" sz="3200" dirty="0">
              <a:ea typeface="宋体" panose="02010600030101010101" pitchFamily="2" charset="-122"/>
            </a:endParaRPr>
          </a:p>
        </p:txBody>
      </p:sp>
      <p:sp>
        <p:nvSpPr>
          <p:cNvPr id="22531" name="Rectangle 3"/>
          <p:cNvSpPr>
            <a:spLocks noGrp="1"/>
          </p:cNvSpPr>
          <p:nvPr>
            <p:ph idx="1"/>
          </p:nvPr>
        </p:nvSpPr>
        <p:spPr>
          <a:xfrm>
            <a:off x="457200" y="1341438"/>
            <a:ext cx="8229600" cy="5056187"/>
          </a:xfrm>
        </p:spPr>
        <p:txBody>
          <a:bodyPr vert="horz" wrap="square" lIns="91440" tIns="45720" rIns="91440" bIns="45720" anchor="t" anchorCtr="0"/>
          <a:p>
            <a:pPr eaLnBrk="1" hangingPunct="1"/>
            <a:r>
              <a:rPr lang="en-US" altLang="zh-CN" dirty="0">
                <a:ea typeface="宋体" panose="02010600030101010101" pitchFamily="2" charset="-122"/>
              </a:rPr>
              <a:t>anonymous: </a:t>
            </a:r>
            <a:r>
              <a:rPr lang="en-US" altLang="zh-CN" i="1" dirty="0">
                <a:ea typeface="宋体" panose="02010600030101010101" pitchFamily="2" charset="-122"/>
              </a:rPr>
              <a:t>adj</a:t>
            </a:r>
            <a:r>
              <a:rPr lang="en-US" altLang="zh-CN" dirty="0">
                <a:ea typeface="宋体" panose="02010600030101010101" pitchFamily="2" charset="-122"/>
              </a:rPr>
              <a:t>. done, sent, or given by sb. who does not want their names to be known. </a:t>
            </a:r>
            <a:endParaRPr lang="en-US" altLang="zh-CN" dirty="0">
              <a:ea typeface="宋体" panose="02010600030101010101" pitchFamily="2" charset="-122"/>
            </a:endParaRPr>
          </a:p>
          <a:p>
            <a:pPr eaLnBrk="1" hangingPunct="1"/>
            <a:r>
              <a:rPr lang="en-US" altLang="zh-CN" dirty="0">
                <a:ea typeface="宋体" panose="02010600030101010101" pitchFamily="2" charset="-122"/>
              </a:rPr>
              <a:t>anonymous review: </a:t>
            </a:r>
            <a:r>
              <a:rPr lang="zh-CN" altLang="en-US" dirty="0">
                <a:ea typeface="宋体" panose="02010600030101010101" pitchFamily="2" charset="-122"/>
              </a:rPr>
              <a:t>匿名评审</a:t>
            </a:r>
            <a:endParaRPr lang="zh-CN" altLang="en-US" dirty="0">
              <a:ea typeface="宋体" panose="02010600030101010101" pitchFamily="2" charset="-122"/>
            </a:endParaRPr>
          </a:p>
          <a:p>
            <a:pPr eaLnBrk="1" hangingPunct="1"/>
            <a:r>
              <a:rPr lang="en-US" altLang="zh-CN" dirty="0">
                <a:ea typeface="宋体" panose="02010600030101010101" pitchFamily="2" charset="-122"/>
              </a:rPr>
              <a:t>faculty: </a:t>
            </a:r>
            <a:r>
              <a:rPr lang="en-US" altLang="zh-CN" i="1" dirty="0">
                <a:ea typeface="宋体" panose="02010600030101010101" pitchFamily="2" charset="-122"/>
              </a:rPr>
              <a:t>n.</a:t>
            </a:r>
            <a:r>
              <a:rPr lang="en-US" altLang="zh-CN" dirty="0">
                <a:ea typeface="宋体" panose="02010600030101010101" pitchFamily="2" charset="-122"/>
              </a:rPr>
              <a:t> school </a:t>
            </a:r>
            <a:r>
              <a:rPr lang="zh-CN" altLang="en-US" dirty="0">
                <a:ea typeface="宋体" panose="02010600030101010101" pitchFamily="2" charset="-122"/>
              </a:rPr>
              <a:t>学院</a:t>
            </a:r>
            <a:endParaRPr lang="zh-CN" altLang="en-US" dirty="0">
              <a:ea typeface="宋体" panose="02010600030101010101" pitchFamily="2" charset="-122"/>
            </a:endParaRPr>
          </a:p>
          <a:p>
            <a:pPr eaLnBrk="1" hangingPunct="1"/>
            <a:r>
              <a:rPr lang="en-US" altLang="zh-CN" dirty="0">
                <a:ea typeface="宋体" panose="02010600030101010101" pitchFamily="2" charset="-122"/>
              </a:rPr>
              <a:t>notification: </a:t>
            </a:r>
            <a:r>
              <a:rPr lang="en-US" altLang="zh-CN" i="1" dirty="0">
                <a:ea typeface="宋体" panose="02010600030101010101" pitchFamily="2" charset="-122"/>
              </a:rPr>
              <a:t>n. </a:t>
            </a:r>
            <a:r>
              <a:rPr lang="en-US" altLang="zh-CN" dirty="0">
                <a:ea typeface="宋体" panose="02010600030101010101" pitchFamily="2" charset="-122"/>
              </a:rPr>
              <a:t>officially informing sb. of sth.  </a:t>
            </a:r>
            <a:endParaRPr lang="zh-CN" altLang="en-US" dirty="0">
              <a:ea typeface="宋体" panose="02010600030101010101" pitchFamily="2" charset="-122"/>
            </a:endParaRPr>
          </a:p>
          <a:p>
            <a:pPr eaLnBrk="1" hangingPunct="1"/>
            <a:r>
              <a:rPr lang="en-US" altLang="zh-CN" dirty="0">
                <a:ea typeface="宋体" panose="02010600030101010101" pitchFamily="2" charset="-122"/>
              </a:rPr>
              <a:t>p.s.: post script </a:t>
            </a:r>
            <a:r>
              <a:rPr lang="zh-CN" altLang="en-US" dirty="0">
                <a:ea typeface="宋体" panose="02010600030101010101" pitchFamily="2" charset="-122"/>
              </a:rPr>
              <a:t>附言</a:t>
            </a:r>
            <a:endParaRPr lang="zh-CN" altLang="en-US" dirty="0">
              <a:ea typeface="宋体" panose="02010600030101010101"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2"/>
          <p:cNvSpPr>
            <a:spLocks noGrp="1"/>
          </p:cNvSpPr>
          <p:nvPr>
            <p:ph type="title"/>
          </p:nvPr>
        </p:nvSpPr>
        <p:spPr/>
        <p:txBody>
          <a:bodyPr vert="horz" wrap="square" lIns="91440" tIns="45720" rIns="91440" bIns="45720" anchor="ctr" anchorCtr="0"/>
          <a:p>
            <a:pPr eaLnBrk="1" hangingPunct="1"/>
            <a:r>
              <a:rPr lang="en-US" altLang="zh-CN" sz="3200" dirty="0">
                <a:ea typeface="宋体" panose="02010600030101010101" pitchFamily="2" charset="-122"/>
              </a:rPr>
              <a:t>Sample: Enquiring about Details </a:t>
            </a:r>
            <a:endParaRPr lang="en-US" altLang="zh-CN" sz="3200" dirty="0">
              <a:ea typeface="宋体" panose="02010600030101010101" pitchFamily="2" charset="-122"/>
            </a:endParaRPr>
          </a:p>
        </p:txBody>
      </p:sp>
      <p:sp>
        <p:nvSpPr>
          <p:cNvPr id="23555" name="Rectangle 3"/>
          <p:cNvSpPr>
            <a:spLocks noGrp="1"/>
          </p:cNvSpPr>
          <p:nvPr>
            <p:ph idx="1"/>
          </p:nvPr>
        </p:nvSpPr>
        <p:spPr>
          <a:xfrm>
            <a:off x="457200" y="1196975"/>
            <a:ext cx="8362950" cy="5400675"/>
          </a:xfrm>
        </p:spPr>
        <p:txBody>
          <a:bodyPr vert="horz" wrap="square" lIns="91440" tIns="45720" rIns="91440" bIns="45720" anchor="t" anchorCtr="0"/>
          <a:p>
            <a:pPr eaLnBrk="1" hangingPunct="1">
              <a:lnSpc>
                <a:spcPct val="80000"/>
              </a:lnSpc>
              <a:buNone/>
            </a:pPr>
            <a:r>
              <a:rPr lang="en-US" altLang="zh-CN" sz="1600" dirty="0">
                <a:ea typeface="宋体" panose="02010600030101010101" pitchFamily="2" charset="-122"/>
              </a:rPr>
              <a:t>From:  Joseph Nacino&lt;Jnacino@ yahoo.com&gt;  </a:t>
            </a:r>
            <a:endParaRPr lang="en-US" altLang="zh-CN" sz="1600" dirty="0">
              <a:ea typeface="宋体" panose="02010600030101010101" pitchFamily="2" charset="-122"/>
            </a:endParaRPr>
          </a:p>
          <a:p>
            <a:pPr eaLnBrk="1" hangingPunct="1">
              <a:lnSpc>
                <a:spcPct val="80000"/>
              </a:lnSpc>
              <a:buNone/>
            </a:pPr>
            <a:r>
              <a:rPr lang="en-US" altLang="zh-CN" sz="1600" dirty="0">
                <a:ea typeface="宋体" panose="02010600030101010101" pitchFamily="2" charset="-122"/>
              </a:rPr>
              <a:t>To:      Wanggang 68@yahoo.com</a:t>
            </a:r>
            <a:endParaRPr lang="en-US" altLang="zh-CN" sz="1600" dirty="0">
              <a:ea typeface="宋体" panose="02010600030101010101" pitchFamily="2" charset="-122"/>
            </a:endParaRPr>
          </a:p>
          <a:p>
            <a:pPr eaLnBrk="1" hangingPunct="1">
              <a:lnSpc>
                <a:spcPct val="80000"/>
              </a:lnSpc>
              <a:buNone/>
            </a:pPr>
            <a:r>
              <a:rPr lang="en-US" altLang="zh-CN" sz="1600" dirty="0">
                <a:ea typeface="宋体" panose="02010600030101010101" pitchFamily="2" charset="-122"/>
              </a:rPr>
              <a:t>Subject:  Time for the Seminar</a:t>
            </a:r>
            <a:endParaRPr lang="en-US" altLang="zh-CN" sz="1600" dirty="0">
              <a:ea typeface="宋体" panose="02010600030101010101" pitchFamily="2" charset="-122"/>
            </a:endParaRPr>
          </a:p>
          <a:p>
            <a:pPr eaLnBrk="1" hangingPunct="1">
              <a:lnSpc>
                <a:spcPct val="80000"/>
              </a:lnSpc>
              <a:buNone/>
            </a:pPr>
            <a:r>
              <a:rPr lang="en-US" altLang="zh-CN" sz="1600" dirty="0">
                <a:ea typeface="宋体" panose="02010600030101010101" pitchFamily="2" charset="-122"/>
              </a:rPr>
              <a:t>Date:    February 6, 2007</a:t>
            </a:r>
            <a:endParaRPr lang="en-US" altLang="zh-CN" sz="1600" dirty="0">
              <a:ea typeface="宋体" panose="02010600030101010101" pitchFamily="2" charset="-122"/>
            </a:endParaRPr>
          </a:p>
          <a:p>
            <a:pPr eaLnBrk="1" hangingPunct="1">
              <a:lnSpc>
                <a:spcPct val="80000"/>
              </a:lnSpc>
              <a:buNone/>
            </a:pPr>
            <a:endParaRPr lang="en-US" altLang="zh-CN" sz="1600" dirty="0">
              <a:ea typeface="宋体" panose="02010600030101010101" pitchFamily="2" charset="-122"/>
            </a:endParaRPr>
          </a:p>
          <a:p>
            <a:pPr eaLnBrk="1" hangingPunct="1">
              <a:lnSpc>
                <a:spcPct val="80000"/>
              </a:lnSpc>
              <a:buNone/>
            </a:pPr>
            <a:r>
              <a:rPr lang="en-US" altLang="zh-CN" sz="1600" dirty="0">
                <a:ea typeface="宋体" panose="02010600030101010101" pitchFamily="2" charset="-122"/>
              </a:rPr>
              <a:t>Dear Prof. Wang Gang,</a:t>
            </a:r>
            <a:endParaRPr lang="en-US" altLang="zh-CN" sz="1600" dirty="0">
              <a:ea typeface="宋体" panose="02010600030101010101" pitchFamily="2" charset="-122"/>
            </a:endParaRPr>
          </a:p>
          <a:p>
            <a:pPr eaLnBrk="1" hangingPunct="1">
              <a:lnSpc>
                <a:spcPct val="80000"/>
              </a:lnSpc>
              <a:buNone/>
            </a:pPr>
            <a:endParaRPr lang="en-US" altLang="zh-CN" sz="1600" dirty="0">
              <a:ea typeface="宋体" panose="02010600030101010101" pitchFamily="2" charset="-122"/>
            </a:endParaRPr>
          </a:p>
          <a:p>
            <a:pPr eaLnBrk="1" hangingPunct="1">
              <a:lnSpc>
                <a:spcPct val="80000"/>
              </a:lnSpc>
              <a:buNone/>
            </a:pPr>
            <a:r>
              <a:rPr lang="en-US" altLang="zh-CN" sz="1600" dirty="0">
                <a:ea typeface="宋体" panose="02010600030101010101" pitchFamily="2" charset="-122"/>
              </a:rPr>
              <a:t>I am pleased to know that you have agreed to come for a research visit of a couple of</a:t>
            </a:r>
            <a:endParaRPr lang="en-US" altLang="zh-CN" sz="1600" dirty="0">
              <a:ea typeface="宋体" panose="02010600030101010101" pitchFamily="2" charset="-122"/>
            </a:endParaRPr>
          </a:p>
          <a:p>
            <a:pPr eaLnBrk="1" hangingPunct="1">
              <a:lnSpc>
                <a:spcPct val="80000"/>
              </a:lnSpc>
              <a:buNone/>
            </a:pPr>
            <a:r>
              <a:rPr lang="en-US" altLang="zh-CN" sz="1600" dirty="0">
                <a:ea typeface="宋体" panose="02010600030101010101" pitchFamily="2" charset="-122"/>
              </a:rPr>
              <a:t>days in March 2007 and hold an introductory paper on the seminar for our researchers.</a:t>
            </a:r>
            <a:endParaRPr lang="en-US" altLang="zh-CN" sz="1600" dirty="0">
              <a:ea typeface="宋体" panose="02010600030101010101" pitchFamily="2" charset="-122"/>
            </a:endParaRPr>
          </a:p>
          <a:p>
            <a:pPr eaLnBrk="1" hangingPunct="1">
              <a:lnSpc>
                <a:spcPct val="80000"/>
              </a:lnSpc>
              <a:buNone/>
            </a:pPr>
            <a:r>
              <a:rPr lang="en-US" altLang="zh-CN" sz="1600" u="sng" dirty="0">
                <a:ea typeface="宋体" panose="02010600030101010101" pitchFamily="2" charset="-122"/>
              </a:rPr>
              <a:t>What topic are you going to talk about?</a:t>
            </a:r>
            <a:endParaRPr lang="en-US" altLang="zh-CN" sz="1600" u="sng" dirty="0">
              <a:ea typeface="宋体" panose="02010600030101010101" pitchFamily="2" charset="-122"/>
            </a:endParaRPr>
          </a:p>
          <a:p>
            <a:pPr eaLnBrk="1" hangingPunct="1">
              <a:lnSpc>
                <a:spcPct val="80000"/>
              </a:lnSpc>
              <a:buNone/>
            </a:pPr>
            <a:endParaRPr lang="en-US" altLang="zh-CN" sz="1600" u="sng" dirty="0">
              <a:ea typeface="宋体" panose="02010600030101010101" pitchFamily="2" charset="-122"/>
            </a:endParaRPr>
          </a:p>
          <a:p>
            <a:pPr eaLnBrk="1" hangingPunct="1">
              <a:lnSpc>
                <a:spcPct val="80000"/>
              </a:lnSpc>
              <a:buNone/>
            </a:pPr>
            <a:r>
              <a:rPr lang="en-US" altLang="zh-CN" sz="1600" dirty="0">
                <a:ea typeface="宋体" panose="02010600030101010101" pitchFamily="2" charset="-122"/>
              </a:rPr>
              <a:t>The faculty will cover your flight tickets and your hotel costs (up to an amount of 10 000</a:t>
            </a:r>
            <a:endParaRPr lang="en-US" altLang="zh-CN" sz="1600" dirty="0">
              <a:ea typeface="宋体" panose="02010600030101010101" pitchFamily="2" charset="-122"/>
            </a:endParaRPr>
          </a:p>
          <a:p>
            <a:pPr eaLnBrk="1" hangingPunct="1">
              <a:lnSpc>
                <a:spcPct val="80000"/>
              </a:lnSpc>
              <a:buNone/>
            </a:pPr>
            <a:r>
              <a:rPr lang="en-US" altLang="zh-CN" sz="1600" dirty="0">
                <a:ea typeface="宋体" panose="02010600030101010101" pitchFamily="2" charset="-122"/>
              </a:rPr>
              <a:t>SEK1). As far as I understand, you will need a visa which you could apply for at the</a:t>
            </a:r>
            <a:endParaRPr lang="en-US" altLang="zh-CN" sz="1600" dirty="0">
              <a:ea typeface="宋体" panose="02010600030101010101" pitchFamily="2" charset="-122"/>
            </a:endParaRPr>
          </a:p>
          <a:p>
            <a:pPr eaLnBrk="1" hangingPunct="1">
              <a:lnSpc>
                <a:spcPct val="80000"/>
              </a:lnSpc>
              <a:buNone/>
            </a:pPr>
            <a:r>
              <a:rPr lang="en-US" altLang="zh-CN" sz="1600" dirty="0">
                <a:ea typeface="宋体" panose="02010600030101010101" pitchFamily="2" charset="-122"/>
              </a:rPr>
              <a:t>Swedish Embassy in United Kingdom. In order to apply for a visa, you will need a letter of</a:t>
            </a:r>
            <a:endParaRPr lang="en-US" altLang="zh-CN" sz="1600" dirty="0">
              <a:ea typeface="宋体" panose="02010600030101010101" pitchFamily="2" charset="-122"/>
            </a:endParaRPr>
          </a:p>
          <a:p>
            <a:pPr eaLnBrk="1" hangingPunct="1">
              <a:lnSpc>
                <a:spcPct val="80000"/>
              </a:lnSpc>
              <a:buNone/>
            </a:pPr>
            <a:r>
              <a:rPr lang="en-US" altLang="zh-CN" sz="1600" dirty="0">
                <a:ea typeface="宋体" panose="02010600030101010101" pitchFamily="2" charset="-122"/>
              </a:rPr>
              <a:t>invitation from us. </a:t>
            </a:r>
            <a:r>
              <a:rPr lang="en-US" altLang="zh-CN" sz="1600" u="sng" dirty="0">
                <a:ea typeface="宋体" panose="02010600030101010101" pitchFamily="2" charset="-122"/>
              </a:rPr>
              <a:t>Before I can write such a letter we will have to settle a date, on March</a:t>
            </a:r>
            <a:endParaRPr lang="en-US" altLang="zh-CN" sz="1600" u="sng" dirty="0">
              <a:ea typeface="宋体" panose="02010600030101010101" pitchFamily="2" charset="-122"/>
            </a:endParaRPr>
          </a:p>
          <a:p>
            <a:pPr eaLnBrk="1" hangingPunct="1">
              <a:lnSpc>
                <a:spcPct val="80000"/>
              </a:lnSpc>
              <a:buNone/>
            </a:pPr>
            <a:r>
              <a:rPr lang="en-US" altLang="zh-CN" sz="1600" u="sng" dirty="0">
                <a:ea typeface="宋体" panose="02010600030101010101" pitchFamily="2" charset="-122"/>
              </a:rPr>
              <a:t>15-17? When would it be suitable for you?</a:t>
            </a:r>
            <a:r>
              <a:rPr lang="en-US" altLang="zh-CN" sz="1600" dirty="0">
                <a:ea typeface="宋体" panose="02010600030101010101" pitchFamily="2" charset="-122"/>
              </a:rPr>
              <a:t> </a:t>
            </a:r>
            <a:endParaRPr lang="en-US" altLang="zh-CN" sz="1600" dirty="0">
              <a:ea typeface="宋体" panose="02010600030101010101" pitchFamily="2" charset="-122"/>
            </a:endParaRPr>
          </a:p>
          <a:p>
            <a:pPr eaLnBrk="1" hangingPunct="1">
              <a:lnSpc>
                <a:spcPct val="80000"/>
              </a:lnSpc>
              <a:buNone/>
            </a:pPr>
            <a:endParaRPr lang="en-US" altLang="zh-CN" sz="1600" dirty="0">
              <a:ea typeface="宋体" panose="02010600030101010101" pitchFamily="2" charset="-122"/>
            </a:endParaRPr>
          </a:p>
          <a:p>
            <a:pPr eaLnBrk="1" hangingPunct="1">
              <a:lnSpc>
                <a:spcPct val="80000"/>
              </a:lnSpc>
              <a:buNone/>
            </a:pPr>
            <a:r>
              <a:rPr lang="en-US" altLang="zh-CN" sz="1600" dirty="0">
                <a:ea typeface="宋体" panose="02010600030101010101" pitchFamily="2" charset="-122"/>
              </a:rPr>
              <a:t>Best regards,</a:t>
            </a:r>
            <a:endParaRPr lang="en-US" altLang="zh-CN" sz="1600" dirty="0">
              <a:ea typeface="宋体" panose="02010600030101010101" pitchFamily="2" charset="-122"/>
            </a:endParaRPr>
          </a:p>
          <a:p>
            <a:pPr eaLnBrk="1" hangingPunct="1">
              <a:lnSpc>
                <a:spcPct val="80000"/>
              </a:lnSpc>
              <a:buNone/>
            </a:pPr>
            <a:endParaRPr lang="en-US" altLang="zh-CN" sz="1600" dirty="0">
              <a:ea typeface="宋体" panose="02010600030101010101" pitchFamily="2" charset="-122"/>
            </a:endParaRPr>
          </a:p>
          <a:p>
            <a:pPr eaLnBrk="1" hangingPunct="1">
              <a:lnSpc>
                <a:spcPct val="80000"/>
              </a:lnSpc>
              <a:buNone/>
            </a:pPr>
            <a:r>
              <a:rPr lang="en-US" altLang="zh-CN" sz="1600" dirty="0">
                <a:ea typeface="宋体" panose="02010600030101010101" pitchFamily="2" charset="-122"/>
              </a:rPr>
              <a:t>Joseph Nacino </a:t>
            </a:r>
            <a:endParaRPr lang="en-US" altLang="zh-CN" sz="1600" dirty="0">
              <a:ea typeface="宋体" panose="02010600030101010101" pitchFamily="2" charset="-122"/>
            </a:endParaRPr>
          </a:p>
          <a:p>
            <a:pPr eaLnBrk="1" hangingPunct="1">
              <a:lnSpc>
                <a:spcPct val="80000"/>
              </a:lnSpc>
              <a:buNone/>
            </a:pPr>
            <a:r>
              <a:rPr lang="en-US" altLang="zh-CN" sz="1600" dirty="0">
                <a:ea typeface="宋体" panose="02010600030101010101" pitchFamily="2" charset="-122"/>
              </a:rPr>
              <a:t>Professor of Criminal Law</a:t>
            </a:r>
            <a:endParaRPr lang="zh-CN" altLang="en-US" sz="1600" dirty="0">
              <a:ea typeface="宋体" panose="02010600030101010101" pitchFamily="2" charset="-122"/>
            </a:endParaRPr>
          </a:p>
        </p:txBody>
      </p:sp>
      <p:sp>
        <p:nvSpPr>
          <p:cNvPr id="113668" name="Rectangle 4"/>
          <p:cNvSpPr/>
          <p:nvPr/>
        </p:nvSpPr>
        <p:spPr>
          <a:xfrm>
            <a:off x="539750" y="1412875"/>
            <a:ext cx="3240088" cy="287338"/>
          </a:xfrm>
          <a:prstGeom prst="rect">
            <a:avLst/>
          </a:prstGeom>
          <a:noFill/>
          <a:ln w="9525" cap="flat" cmpd="sng">
            <a:solidFill>
              <a:srgbClr val="FF66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50000"/>
              <a:buFont typeface="Wingdings 2" panose="05020102010507070707" pitchFamily="18" charset="2"/>
              <a:buChar char=""/>
              <a:defRPr sz="2800">
                <a:solidFill>
                  <a:schemeClr val="tx1"/>
                </a:solidFill>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latin typeface="+mn-lt"/>
              </a:defRPr>
            </a:lvl3pPr>
            <a:lvl4pPr marL="1600200" indent="-228600" algn="l" rtl="0" eaLnBrk="0" fontAlgn="base" hangingPunct="0">
              <a:spcBef>
                <a:spcPct val="20000"/>
              </a:spcBef>
              <a:spcAft>
                <a:spcPct val="0"/>
              </a:spcAft>
              <a:buClr>
                <a:schemeClr val="folHlink"/>
              </a:buClr>
              <a:buSzPct val="60000"/>
              <a:buFont typeface="Wingdings 2" panose="05020102010507070707" pitchFamily="18" charset="2"/>
              <a:buChar char=""/>
              <a:defRPr sz="2000">
                <a:solidFill>
                  <a:schemeClr val="tx1"/>
                </a:solidFill>
                <a:latin typeface="+mn-lt"/>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1"/>
                </a:solidFill>
                <a:latin typeface="+mn-lt"/>
              </a:defRPr>
            </a:lvl5pPr>
          </a:lstStyle>
          <a:p>
            <a:pPr marL="0" lvl="0" indent="0" algn="ctr" eaLnBrk="1" hangingPunct="1">
              <a:spcBef>
                <a:spcPct val="0"/>
              </a:spcBef>
              <a:buFontTx/>
              <a:buNone/>
            </a:pPr>
            <a:endParaRPr lang="zh-CN" altLang="en-US" sz="1800" dirty="0">
              <a:ea typeface="宋体" panose="02010600030101010101" pitchFamily="2" charset="-122"/>
            </a:endParaRPr>
          </a:p>
        </p:txBody>
      </p:sp>
      <p:sp>
        <p:nvSpPr>
          <p:cNvPr id="113669" name="Rectangle 5"/>
          <p:cNvSpPr/>
          <p:nvPr/>
        </p:nvSpPr>
        <p:spPr>
          <a:xfrm>
            <a:off x="539750" y="1700530"/>
            <a:ext cx="3240405" cy="248920"/>
          </a:xfrm>
          <a:prstGeom prst="rect">
            <a:avLst/>
          </a:prstGeom>
          <a:noFill/>
          <a:ln w="9525" cap="flat" cmpd="sng">
            <a:solidFill>
              <a:srgbClr val="FF66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50000"/>
              <a:buFont typeface="Wingdings 2" panose="05020102010507070707" pitchFamily="18" charset="2"/>
              <a:buChar char=""/>
              <a:defRPr sz="2800">
                <a:solidFill>
                  <a:schemeClr val="tx1"/>
                </a:solidFill>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latin typeface="+mn-lt"/>
              </a:defRPr>
            </a:lvl3pPr>
            <a:lvl4pPr marL="1600200" indent="-228600" algn="l" rtl="0" eaLnBrk="0" fontAlgn="base" hangingPunct="0">
              <a:spcBef>
                <a:spcPct val="20000"/>
              </a:spcBef>
              <a:spcAft>
                <a:spcPct val="0"/>
              </a:spcAft>
              <a:buClr>
                <a:schemeClr val="folHlink"/>
              </a:buClr>
              <a:buSzPct val="60000"/>
              <a:buFont typeface="Wingdings 2" panose="05020102010507070707" pitchFamily="18" charset="2"/>
              <a:buChar char=""/>
              <a:defRPr sz="2000">
                <a:solidFill>
                  <a:schemeClr val="tx1"/>
                </a:solidFill>
                <a:latin typeface="+mn-lt"/>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1"/>
                </a:solidFill>
                <a:latin typeface="+mn-lt"/>
              </a:defRPr>
            </a:lvl5pPr>
          </a:lstStyle>
          <a:p>
            <a:pPr marL="0" lvl="0" indent="0" algn="ctr" eaLnBrk="1" hangingPunct="1">
              <a:spcBef>
                <a:spcPct val="0"/>
              </a:spcBef>
              <a:buFontTx/>
              <a:buNone/>
            </a:pPr>
            <a:endParaRPr lang="zh-CN" altLang="en-US" sz="1800" dirty="0">
              <a:ea typeface="宋体" panose="02010600030101010101" pitchFamily="2" charset="-122"/>
            </a:endParaRPr>
          </a:p>
        </p:txBody>
      </p:sp>
      <p:sp>
        <p:nvSpPr>
          <p:cNvPr id="113670" name="Text Box 6"/>
          <p:cNvSpPr txBox="1"/>
          <p:nvPr/>
        </p:nvSpPr>
        <p:spPr>
          <a:xfrm>
            <a:off x="3995738" y="1341438"/>
            <a:ext cx="4032250" cy="366712"/>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50000"/>
              <a:buFont typeface="Wingdings 2" panose="05020102010507070707" pitchFamily="18" charset="2"/>
              <a:buChar char=""/>
              <a:defRPr sz="2800">
                <a:solidFill>
                  <a:schemeClr val="tx1"/>
                </a:solidFill>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latin typeface="+mn-lt"/>
              </a:defRPr>
            </a:lvl3pPr>
            <a:lvl4pPr marL="1600200" indent="-228600" algn="l" rtl="0" eaLnBrk="0" fontAlgn="base" hangingPunct="0">
              <a:spcBef>
                <a:spcPct val="20000"/>
              </a:spcBef>
              <a:spcAft>
                <a:spcPct val="0"/>
              </a:spcAft>
              <a:buClr>
                <a:schemeClr val="folHlink"/>
              </a:buClr>
              <a:buSzPct val="60000"/>
              <a:buFont typeface="Wingdings 2" panose="05020102010507070707" pitchFamily="18" charset="2"/>
              <a:buChar char=""/>
              <a:defRPr sz="2000">
                <a:solidFill>
                  <a:schemeClr val="tx1"/>
                </a:solidFill>
                <a:latin typeface="+mn-lt"/>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1"/>
                </a:solidFill>
                <a:latin typeface="+mn-lt"/>
              </a:defRPr>
            </a:lvl5pPr>
          </a:lstStyle>
          <a:p>
            <a:pPr marL="0" lvl="0" indent="0" algn="ctr" eaLnBrk="1" hangingPunct="1">
              <a:spcBef>
                <a:spcPct val="50000"/>
              </a:spcBef>
              <a:buFontTx/>
              <a:buNone/>
            </a:pPr>
            <a:r>
              <a:rPr lang="en-US" altLang="zh-CN" sz="1800" dirty="0">
                <a:solidFill>
                  <a:schemeClr val="folHlink"/>
                </a:solidFill>
                <a:ea typeface="宋体" panose="02010600030101010101" pitchFamily="2" charset="-122"/>
              </a:rPr>
              <a:t>type in the recipient’s email address</a:t>
            </a:r>
            <a:endParaRPr lang="en-US" altLang="zh-CN" sz="1800" dirty="0">
              <a:solidFill>
                <a:schemeClr val="folHlink"/>
              </a:solidFill>
              <a:ea typeface="宋体" panose="02010600030101010101" pitchFamily="2" charset="-122"/>
            </a:endParaRPr>
          </a:p>
        </p:txBody>
      </p:sp>
      <p:sp>
        <p:nvSpPr>
          <p:cNvPr id="113672" name="Rectangle 8"/>
          <p:cNvSpPr/>
          <p:nvPr/>
        </p:nvSpPr>
        <p:spPr>
          <a:xfrm>
            <a:off x="4427538" y="3429000"/>
            <a:ext cx="2952750" cy="4318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50000"/>
              <a:buFont typeface="Wingdings 2" panose="05020102010507070707" pitchFamily="18" charset="2"/>
              <a:buChar char=""/>
              <a:defRPr sz="2800">
                <a:solidFill>
                  <a:schemeClr val="tx1"/>
                </a:solidFill>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latin typeface="+mn-lt"/>
              </a:defRPr>
            </a:lvl3pPr>
            <a:lvl4pPr marL="1600200" indent="-228600" algn="l" rtl="0" eaLnBrk="0" fontAlgn="base" hangingPunct="0">
              <a:spcBef>
                <a:spcPct val="20000"/>
              </a:spcBef>
              <a:spcAft>
                <a:spcPct val="0"/>
              </a:spcAft>
              <a:buClr>
                <a:schemeClr val="folHlink"/>
              </a:buClr>
              <a:buSzPct val="60000"/>
              <a:buFont typeface="Wingdings 2" panose="05020102010507070707" pitchFamily="18" charset="2"/>
              <a:buChar char=""/>
              <a:defRPr sz="2000">
                <a:solidFill>
                  <a:schemeClr val="tx1"/>
                </a:solidFill>
                <a:latin typeface="+mn-lt"/>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1"/>
                </a:solidFill>
                <a:latin typeface="+mn-lt"/>
              </a:defRPr>
            </a:lvl5pPr>
          </a:lstStyle>
          <a:p>
            <a:pPr marL="0" lvl="0" indent="0" algn="ctr" eaLnBrk="1" hangingPunct="1">
              <a:spcBef>
                <a:spcPct val="0"/>
              </a:spcBef>
              <a:buFontTx/>
              <a:buNone/>
            </a:pPr>
            <a:r>
              <a:rPr lang="en-US" altLang="zh-CN" sz="1800" dirty="0">
                <a:solidFill>
                  <a:schemeClr val="folHlink"/>
                </a:solidFill>
                <a:ea typeface="宋体" panose="02010600030101010101" pitchFamily="2" charset="-122"/>
              </a:rPr>
              <a:t>enquiring about the topic of speech</a:t>
            </a:r>
            <a:endParaRPr lang="en-US" altLang="zh-CN" sz="1800" dirty="0">
              <a:solidFill>
                <a:schemeClr val="folHlink"/>
              </a:solidFill>
              <a:ea typeface="宋体" panose="02010600030101010101" pitchFamily="2" charset="-122"/>
            </a:endParaRPr>
          </a:p>
        </p:txBody>
      </p:sp>
      <p:sp>
        <p:nvSpPr>
          <p:cNvPr id="113673" name="Rectangle 9"/>
          <p:cNvSpPr/>
          <p:nvPr/>
        </p:nvSpPr>
        <p:spPr>
          <a:xfrm>
            <a:off x="4427538" y="5013325"/>
            <a:ext cx="2952750" cy="4318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50000"/>
              <a:buFont typeface="Wingdings 2" panose="05020102010507070707" pitchFamily="18" charset="2"/>
              <a:buChar char=""/>
              <a:defRPr sz="2800">
                <a:solidFill>
                  <a:schemeClr val="tx1"/>
                </a:solidFill>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latin typeface="+mn-lt"/>
              </a:defRPr>
            </a:lvl3pPr>
            <a:lvl4pPr marL="1600200" indent="-228600" algn="l" rtl="0" eaLnBrk="0" fontAlgn="base" hangingPunct="0">
              <a:spcBef>
                <a:spcPct val="20000"/>
              </a:spcBef>
              <a:spcAft>
                <a:spcPct val="0"/>
              </a:spcAft>
              <a:buClr>
                <a:schemeClr val="folHlink"/>
              </a:buClr>
              <a:buSzPct val="60000"/>
              <a:buFont typeface="Wingdings 2" panose="05020102010507070707" pitchFamily="18" charset="2"/>
              <a:buChar char=""/>
              <a:defRPr sz="2000">
                <a:solidFill>
                  <a:schemeClr val="tx1"/>
                </a:solidFill>
                <a:latin typeface="+mn-lt"/>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1"/>
                </a:solidFill>
                <a:latin typeface="+mn-lt"/>
              </a:defRPr>
            </a:lvl5pPr>
          </a:lstStyle>
          <a:p>
            <a:pPr marL="0" lvl="0" indent="0" algn="ctr" eaLnBrk="1" hangingPunct="1">
              <a:spcBef>
                <a:spcPct val="0"/>
              </a:spcBef>
              <a:buFontTx/>
              <a:buNone/>
            </a:pPr>
            <a:r>
              <a:rPr lang="en-US" altLang="zh-CN" sz="1800" dirty="0">
                <a:solidFill>
                  <a:schemeClr val="folHlink"/>
                </a:solidFill>
                <a:ea typeface="宋体" panose="02010600030101010101" pitchFamily="2" charset="-122"/>
              </a:rPr>
              <a:t>enquiring about the date of arrival </a:t>
            </a:r>
            <a:endParaRPr lang="en-US" altLang="zh-CN" sz="1800" dirty="0">
              <a:solidFill>
                <a:schemeClr val="folHlink"/>
              </a:solidFill>
              <a:ea typeface="宋体" panose="02010600030101010101" pitchFamily="2" charset="-122"/>
            </a:endParaRPr>
          </a:p>
        </p:txBody>
      </p:sp>
      <p:sp>
        <p:nvSpPr>
          <p:cNvPr id="23561" name="Text Box 10"/>
          <p:cNvSpPr txBox="1"/>
          <p:nvPr/>
        </p:nvSpPr>
        <p:spPr>
          <a:xfrm>
            <a:off x="4767263" y="2081213"/>
            <a:ext cx="2252662" cy="366712"/>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50000"/>
              <a:buFont typeface="Wingdings 2" panose="05020102010507070707" pitchFamily="18" charset="2"/>
              <a:buChar char=""/>
              <a:defRPr sz="2800">
                <a:solidFill>
                  <a:schemeClr val="tx1"/>
                </a:solidFill>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latin typeface="+mn-lt"/>
              </a:defRPr>
            </a:lvl3pPr>
            <a:lvl4pPr marL="1600200" indent="-228600" algn="l" rtl="0" eaLnBrk="0" fontAlgn="base" hangingPunct="0">
              <a:spcBef>
                <a:spcPct val="20000"/>
              </a:spcBef>
              <a:spcAft>
                <a:spcPct val="0"/>
              </a:spcAft>
              <a:buClr>
                <a:schemeClr val="folHlink"/>
              </a:buClr>
              <a:buSzPct val="60000"/>
              <a:buFont typeface="Wingdings 2" panose="05020102010507070707" pitchFamily="18" charset="2"/>
              <a:buChar char=""/>
              <a:defRPr sz="2000">
                <a:solidFill>
                  <a:schemeClr val="tx1"/>
                </a:solidFill>
                <a:latin typeface="+mn-lt"/>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1"/>
                </a:solidFill>
                <a:latin typeface="+mn-lt"/>
              </a:defRPr>
            </a:lvl5pPr>
          </a:lstStyle>
          <a:p>
            <a:pPr marL="0" lvl="0" indent="0" algn="ctr" eaLnBrk="1" hangingPunct="1">
              <a:spcBef>
                <a:spcPct val="0"/>
              </a:spcBef>
              <a:buFontTx/>
              <a:buNone/>
            </a:pPr>
            <a:endParaRPr lang="zh-CN" altLang="en-US" sz="1800" dirty="0">
              <a:ea typeface="宋体" panose="02010600030101010101" pitchFamily="2" charset="-122"/>
            </a:endParaRPr>
          </a:p>
        </p:txBody>
      </p:sp>
      <p:sp>
        <p:nvSpPr>
          <p:cNvPr id="113675" name="Text Box 11"/>
          <p:cNvSpPr txBox="1"/>
          <p:nvPr/>
        </p:nvSpPr>
        <p:spPr>
          <a:xfrm>
            <a:off x="4140200" y="1700213"/>
            <a:ext cx="3308350"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50000"/>
              <a:buFont typeface="Wingdings 2" panose="05020102010507070707" pitchFamily="18" charset="2"/>
              <a:buChar char=""/>
              <a:defRPr sz="2800">
                <a:solidFill>
                  <a:schemeClr val="tx1"/>
                </a:solidFill>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latin typeface="+mn-lt"/>
              </a:defRPr>
            </a:lvl3pPr>
            <a:lvl4pPr marL="1600200" indent="-228600" algn="l" rtl="0" eaLnBrk="0" fontAlgn="base" hangingPunct="0">
              <a:spcBef>
                <a:spcPct val="20000"/>
              </a:spcBef>
              <a:spcAft>
                <a:spcPct val="0"/>
              </a:spcAft>
              <a:buClr>
                <a:schemeClr val="folHlink"/>
              </a:buClr>
              <a:buSzPct val="60000"/>
              <a:buFont typeface="Wingdings 2" panose="05020102010507070707" pitchFamily="18" charset="2"/>
              <a:buChar char=""/>
              <a:defRPr sz="2000">
                <a:solidFill>
                  <a:schemeClr val="tx1"/>
                </a:solidFill>
                <a:latin typeface="+mn-lt"/>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1"/>
                </a:solidFill>
                <a:latin typeface="+mn-lt"/>
              </a:defRPr>
            </a:lvl5pPr>
          </a:lstStyle>
          <a:p>
            <a:pPr marL="0" lvl="0" indent="0" algn="ctr" eaLnBrk="1" hangingPunct="1">
              <a:spcBef>
                <a:spcPct val="0"/>
              </a:spcBef>
              <a:buFontTx/>
              <a:buNone/>
            </a:pPr>
            <a:r>
              <a:rPr lang="en-US" altLang="zh-CN" sz="1800" dirty="0">
                <a:solidFill>
                  <a:schemeClr val="folHlink"/>
                </a:solidFill>
                <a:ea typeface="宋体" panose="02010600030101010101" pitchFamily="2" charset="-122"/>
              </a:rPr>
              <a:t>type in the subject of this email</a:t>
            </a:r>
            <a:endParaRPr lang="zh-CN" altLang="en-US" sz="1800" dirty="0">
              <a:solidFill>
                <a:schemeClr val="folHlink"/>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66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 presetClass="entr" presetSubtype="10" fill="hold" grpId="0" nodeType="clickEffect">
                                  <p:stCondLst>
                                    <p:cond delay="0"/>
                                  </p:stCondLst>
                                  <p:childTnLst>
                                    <p:set>
                                      <p:cBhvr>
                                        <p:cTn id="10" dur="1" fill="hold">
                                          <p:stCondLst>
                                            <p:cond delay="0"/>
                                          </p:stCondLst>
                                        </p:cTn>
                                        <p:tgtEl>
                                          <p:spTgt spid="113670"/>
                                        </p:tgtEl>
                                        <p:attrNameLst>
                                          <p:attrName>style.visibility</p:attrName>
                                        </p:attrNameLst>
                                      </p:cBhvr>
                                      <p:to>
                                        <p:strVal val="visible"/>
                                      </p:to>
                                    </p:set>
                                    <p:animEffect transition="in" filter="checkerboard(across)">
                                      <p:cBhvr>
                                        <p:cTn id="11" dur="500"/>
                                        <p:tgtEl>
                                          <p:spTgt spid="113670"/>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1366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13675"/>
                                        </p:tgtEl>
                                        <p:attrNameLst>
                                          <p:attrName>style.visibility</p:attrName>
                                        </p:attrNameLst>
                                      </p:cBhvr>
                                      <p:to>
                                        <p:strVal val="visible"/>
                                      </p:to>
                                    </p:set>
                                    <p:animEffect transition="in" filter="blinds(horizontal)">
                                      <p:cBhvr>
                                        <p:cTn id="20" dur="500"/>
                                        <p:tgtEl>
                                          <p:spTgt spid="113675"/>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367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36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8" grpId="0" animBg="1"/>
      <p:bldP spid="113669" grpId="0" bldLvl="0" animBg="1"/>
      <p:bldP spid="113670" grpId="0"/>
      <p:bldP spid="113672" grpId="0"/>
      <p:bldP spid="113673" grpId="0"/>
      <p:bldP spid="11367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Learning Aids</a:t>
            </a:r>
            <a:endParaRPr lang="en-US" altLang="zh-CN"/>
          </a:p>
        </p:txBody>
      </p:sp>
      <p:sp>
        <p:nvSpPr>
          <p:cNvPr id="3" name="内容占位符 2"/>
          <p:cNvSpPr>
            <a:spLocks noGrp="1"/>
          </p:cNvSpPr>
          <p:nvPr>
            <p:ph idx="1"/>
          </p:nvPr>
        </p:nvSpPr>
        <p:spPr>
          <a:xfrm>
            <a:off x="457200" y="1340485"/>
            <a:ext cx="8229600" cy="5026025"/>
          </a:xfrm>
        </p:spPr>
        <p:txBody>
          <a:bodyPr/>
          <a:p>
            <a:pPr marL="0" indent="0">
              <a:buNone/>
            </a:pPr>
            <a:r>
              <a:rPr lang="en-US" altLang="zh-CN" sz="2800"/>
              <a:t>Tips for writing an effective email</a:t>
            </a:r>
            <a:endParaRPr lang="en-US" altLang="zh-CN" sz="2800"/>
          </a:p>
          <a:p>
            <a:r>
              <a:rPr lang="en-US" altLang="zh-CN" sz="2800"/>
              <a:t>Start with thank-you remarks or your reason(s)for writing the email.</a:t>
            </a:r>
            <a:endParaRPr lang="en-US" altLang="zh-CN" sz="2800"/>
          </a:p>
          <a:p>
            <a:r>
              <a:rPr lang="en-US" altLang="zh-CN" sz="2800"/>
              <a:t>Create  a  good  subject  line.The  subject  line  states  the  focus  of  your topic in your email.</a:t>
            </a:r>
            <a:endParaRPr lang="en-US" altLang="zh-CN" sz="2800"/>
          </a:p>
          <a:p>
            <a:r>
              <a:rPr lang="en-US" altLang="zh-CN" sz="2800"/>
              <a:t> Identify  the  purpose  of  your  message.</a:t>
            </a:r>
            <a:endParaRPr lang="en-US" altLang="zh-CN" sz="2800"/>
          </a:p>
          <a:p>
            <a:r>
              <a:rPr lang="en-US" altLang="zh-CN" sz="2800"/>
              <a:t> Place your most important information in the first paragraph,and even get the well-thought details packed into the first sentence or two.</a:t>
            </a:r>
            <a:endParaRPr lang="en-US" altLang="zh-CN" sz="2800"/>
          </a:p>
          <a:p>
            <a:r>
              <a:rPr lang="en-US" altLang="zh-CN" sz="2800"/>
              <a:t>Keep your message clear and concise.</a:t>
            </a:r>
            <a:endParaRPr lang="en-US" altLang="zh-CN" sz="2800"/>
          </a:p>
          <a:p>
            <a:r>
              <a:rPr lang="en-US" altLang="zh-CN" sz="2800"/>
              <a:t>Be careful when sending attachments.</a:t>
            </a:r>
            <a:endParaRPr lang="en-US" altLang="zh-CN" sz="28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Learning Aids</a:t>
            </a:r>
            <a:endParaRPr lang="zh-CN" altLang="en-US"/>
          </a:p>
        </p:txBody>
      </p:sp>
      <p:sp>
        <p:nvSpPr>
          <p:cNvPr id="3" name="内容占位符 2"/>
          <p:cNvSpPr>
            <a:spLocks noGrp="1"/>
          </p:cNvSpPr>
          <p:nvPr>
            <p:ph idx="1"/>
          </p:nvPr>
        </p:nvSpPr>
        <p:spPr>
          <a:xfrm>
            <a:off x="457200" y="1268730"/>
            <a:ext cx="8229600" cy="5026025"/>
          </a:xfrm>
        </p:spPr>
        <p:txBody>
          <a:bodyPr/>
          <a:p>
            <a:r>
              <a:rPr lang="en-US" altLang="zh-CN" sz="2400"/>
              <a:t>Use  highlighting  techniques,but  use  them  sparingly.</a:t>
            </a:r>
            <a:endParaRPr lang="en-US" altLang="zh-CN" sz="2400"/>
          </a:p>
          <a:p>
            <a:r>
              <a:rPr lang="en-US" altLang="zh-CN" sz="2400"/>
              <a:t>Use common cyberspeak(</a:t>
            </a:r>
            <a:r>
              <a:rPr lang="zh-CN" altLang="en-US" sz="2400" b="1"/>
              <a:t>网络用语</a:t>
            </a:r>
            <a:r>
              <a:rPr lang="en-US" altLang="zh-CN" sz="2400"/>
              <a:t>) abbreviations  sparingly,if  at  all.</a:t>
            </a:r>
            <a:endParaRPr lang="en-US" altLang="zh-CN" sz="2400"/>
          </a:p>
          <a:p>
            <a:pPr marL="0" indent="0">
              <a:buNone/>
            </a:pPr>
            <a:r>
              <a:rPr lang="en-US" altLang="zh-CN" sz="2400"/>
              <a:t>    BTW:by the way      </a:t>
            </a:r>
            <a:endParaRPr lang="en-US" altLang="zh-CN" sz="2400"/>
          </a:p>
          <a:p>
            <a:pPr marL="0" indent="0">
              <a:buNone/>
            </a:pPr>
            <a:r>
              <a:rPr lang="en-US" altLang="zh-CN" sz="2400"/>
              <a:t>    FYI:for your information      </a:t>
            </a:r>
            <a:endParaRPr lang="en-US" altLang="zh-CN" sz="2400"/>
          </a:p>
          <a:p>
            <a:pPr marL="0" indent="0">
              <a:buNone/>
            </a:pPr>
            <a:r>
              <a:rPr lang="en-US" altLang="zh-CN" sz="2400"/>
              <a:t>    U:you or university</a:t>
            </a:r>
            <a:endParaRPr lang="en-US" altLang="zh-CN" sz="2400"/>
          </a:p>
          <a:p>
            <a:pPr marL="0" indent="0">
              <a:buNone/>
            </a:pPr>
            <a:r>
              <a:rPr lang="en-US" altLang="zh-CN" sz="2400"/>
              <a:t>    IOW:in other words     </a:t>
            </a:r>
            <a:endParaRPr lang="en-US" altLang="zh-CN" sz="2400"/>
          </a:p>
          <a:p>
            <a:pPr marL="0" indent="0">
              <a:buNone/>
            </a:pPr>
            <a:r>
              <a:rPr lang="en-US" altLang="zh-CN" sz="2400"/>
              <a:t>    WRT:with respect to </a:t>
            </a:r>
            <a:endParaRPr lang="en-US" altLang="zh-CN" sz="2400"/>
          </a:p>
          <a:p>
            <a:pPr marL="0" indent="0">
              <a:buNone/>
            </a:pPr>
            <a:r>
              <a:rPr lang="en-US" altLang="zh-CN" sz="2400"/>
              <a:t>    OTOH:on the other hand</a:t>
            </a:r>
            <a:endParaRPr lang="en-US" altLang="zh-CN" sz="2400"/>
          </a:p>
          <a:p>
            <a:pPr marL="0" indent="0">
              <a:buNone/>
            </a:pPr>
            <a:r>
              <a:rPr lang="en-US" altLang="zh-CN" sz="2400"/>
              <a:t>    IMHO:in  my  humble  opinion     </a:t>
            </a:r>
            <a:endParaRPr lang="en-US" altLang="zh-CN" sz="2400"/>
          </a:p>
          <a:p>
            <a:pPr marL="0" indent="0">
              <a:buNone/>
            </a:pPr>
            <a:r>
              <a:rPr lang="en-US" altLang="zh-CN" sz="2400"/>
              <a:t>    TTYL:talk  to  you  later</a:t>
            </a:r>
            <a:endParaRPr lang="en-US" altLang="zh-CN" sz="2400"/>
          </a:p>
          <a:p>
            <a:r>
              <a:rPr lang="en-US" altLang="zh-CN" sz="2400"/>
              <a:t>Use good layout.</a:t>
            </a:r>
            <a:endParaRPr lang="en-US" altLang="zh-CN" sz="24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pPr marL="0" indent="0">
              <a:buNone/>
            </a:pPr>
            <a:r>
              <a:rPr lang="en-US" altLang="zh-CN" sz="2800"/>
              <a:t>When to write one</a:t>
            </a:r>
            <a:endParaRPr lang="en-US" altLang="zh-CN" sz="2800"/>
          </a:p>
          <a:p>
            <a:pPr>
              <a:buFont typeface="Wingdings" panose="05000000000000000000" charset="0"/>
              <a:buChar char="l"/>
            </a:pPr>
            <a:r>
              <a:rPr lang="en-US" altLang="zh-CN" sz="2800"/>
              <a:t>to participate in an internatioal conference, a univeristy academic program </a:t>
            </a:r>
            <a:endParaRPr lang="en-US" altLang="zh-CN" sz="2800"/>
          </a:p>
          <a:p>
            <a:pPr>
              <a:buFont typeface="Wingdings" panose="05000000000000000000" charset="0"/>
              <a:buChar char="l"/>
            </a:pPr>
            <a:r>
              <a:rPr lang="en-US" altLang="zh-CN" sz="2800">
                <a:sym typeface="+mn-ea"/>
              </a:rPr>
              <a:t>to join an association</a:t>
            </a:r>
            <a:endParaRPr lang="en-US" altLang="zh-CN" sz="2800">
              <a:sym typeface="+mn-ea"/>
            </a:endParaRPr>
          </a:p>
          <a:p>
            <a:pPr marL="0" indent="0">
              <a:buFont typeface="Wingdings" panose="05000000000000000000" charset="0"/>
              <a:buNone/>
            </a:pPr>
            <a:r>
              <a:rPr lang="en-US" altLang="zh-CN" sz="2800"/>
              <a:t>What to highlight</a:t>
            </a:r>
            <a:endParaRPr lang="en-US" altLang="zh-CN" sz="2800"/>
          </a:p>
          <a:p>
            <a:pPr marL="0" indent="0">
              <a:buFont typeface="Wingdings" panose="05000000000000000000" charset="0"/>
              <a:buChar char="l"/>
            </a:pPr>
            <a:r>
              <a:rPr lang="en-US" altLang="zh-CN" sz="2800"/>
              <a:t> your aspirations</a:t>
            </a:r>
            <a:endParaRPr lang="en-US" altLang="zh-CN" sz="2800"/>
          </a:p>
          <a:p>
            <a:pPr marL="0" indent="0">
              <a:buFont typeface="Wingdings" panose="05000000000000000000" charset="0"/>
              <a:buChar char="l"/>
            </a:pPr>
            <a:r>
              <a:rPr lang="en-US" altLang="zh-CN" sz="2800"/>
              <a:t> academic interest</a:t>
            </a:r>
            <a:endParaRPr lang="en-US" altLang="zh-CN" sz="2800"/>
          </a:p>
          <a:p>
            <a:pPr marL="0" indent="0">
              <a:buFont typeface="Wingdings" panose="05000000000000000000" charset="0"/>
              <a:buChar char="l"/>
            </a:pPr>
            <a:r>
              <a:rPr lang="en-US" altLang="zh-CN" sz="2800"/>
              <a:t> current and/or recent research work</a:t>
            </a:r>
            <a:endParaRPr lang="en-US" altLang="zh-CN" sz="2800"/>
          </a:p>
          <a:p>
            <a:pPr marL="0" indent="0">
              <a:buFont typeface="Wingdings" panose="05000000000000000000" charset="0"/>
              <a:buChar char="l"/>
            </a:pPr>
            <a:r>
              <a:rPr lang="en-US" altLang="zh-CN" sz="2800"/>
              <a:t> publications</a:t>
            </a:r>
            <a:endParaRPr lang="en-US" altLang="zh-CN" sz="2800"/>
          </a:p>
          <a:p>
            <a:pPr marL="0" indent="0">
              <a:buFont typeface="Wingdings" panose="05000000000000000000" charset="0"/>
              <a:buChar char="l"/>
            </a:pPr>
            <a:r>
              <a:rPr lang="en-US" altLang="zh-CN" sz="2800"/>
              <a:t> accomplishments</a:t>
            </a:r>
            <a:endParaRPr lang="en-US" altLang="zh-CN" sz="2800"/>
          </a:p>
          <a:p>
            <a:pPr marL="0" indent="0">
              <a:buFont typeface="Wingdings" panose="05000000000000000000" charset="0"/>
              <a:buChar char="l"/>
            </a:pPr>
            <a:endParaRPr lang="en-US" altLang="zh-CN"/>
          </a:p>
          <a:p>
            <a:pPr>
              <a:buFont typeface="Wingdings" panose="05000000000000000000" charset="0"/>
              <a:buChar char="l"/>
            </a:pPr>
            <a:endParaRPr lang="en-US" altLang="zh-CN"/>
          </a:p>
          <a:p>
            <a:pPr marL="0" indent="0">
              <a:buNone/>
            </a:pPr>
            <a:endParaRPr lang="en-US" altLang="zh-CN"/>
          </a:p>
        </p:txBody>
      </p:sp>
      <p:sp>
        <p:nvSpPr>
          <p:cNvPr id="4" name="AutoShape 16"/>
          <p:cNvSpPr>
            <a:spLocks noChangeArrowheads="1"/>
          </p:cNvSpPr>
          <p:nvPr/>
        </p:nvSpPr>
        <p:spPr bwMode="gray">
          <a:xfrm>
            <a:off x="1610995" y="206375"/>
            <a:ext cx="6531610" cy="474345"/>
          </a:xfrm>
          <a:prstGeom prst="roundRect">
            <a:avLst>
              <a:gd name="adj" fmla="val 19046"/>
            </a:avLst>
          </a:prstGeom>
          <a:solidFill>
            <a:schemeClr val="tx2">
              <a:lumMod val="40000"/>
              <a:lumOff val="60000"/>
            </a:schemeClr>
          </a:solidFill>
          <a:ln w="28575">
            <a:gradFill>
              <a:gsLst>
                <a:gs pos="50000">
                  <a:schemeClr val="accent3"/>
                </a:gs>
                <a:gs pos="0">
                  <a:schemeClr val="accent3">
                    <a:lumMod val="25000"/>
                    <a:lumOff val="75000"/>
                  </a:schemeClr>
                </a:gs>
                <a:gs pos="100000">
                  <a:schemeClr val="accent3">
                    <a:lumMod val="85000"/>
                  </a:schemeClr>
                </a:gs>
              </a:gsLst>
              <a:lin ang="5400000" scaled="0"/>
            </a:gradFill>
            <a:round/>
          </a:ln>
          <a:effectLst>
            <a:outerShdw dist="107763" dir="2700000" algn="ctr" rotWithShape="0">
              <a:schemeClr val="bg2">
                <a:alpha val="50000"/>
              </a:schemeClr>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400" b="1"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400" b="1"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a:p>
            <a:pPr algn="l" defTabSz="1088390">
              <a:lnSpc>
                <a:spcPct val="100000"/>
              </a:lnSpc>
            </a:pPr>
            <a:r>
              <a:rPr kumimoji="0" lang="en-US" altLang="zh-CN" sz="2400" b="1"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rPr>
              <a:t>4. </a:t>
            </a:r>
            <a:r>
              <a:rPr lang="en-US" altLang="zh-CN" sz="2400" b="1" dirty="0">
                <a:solidFill>
                  <a:schemeClr val="bg1"/>
                </a:solidFill>
                <a:latin typeface="微软雅黑" panose="020B0503020204020204" charset="-122"/>
                <a:ea typeface="微软雅黑" panose="020B0503020204020204" charset="-122"/>
                <a:cs typeface="Open Sans" pitchFamily="34" charset="0"/>
                <a:sym typeface="+mn-ea"/>
              </a:rPr>
              <a:t>Application for Academic Exchange</a:t>
            </a:r>
            <a:r>
              <a:rPr kumimoji="0" lang="en-US" altLang="zh-CN" sz="2400" b="1"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rPr>
              <a:t>  </a:t>
            </a:r>
            <a:endParaRPr kumimoji="0" lang="en-US" altLang="zh-CN" sz="2400" b="1"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400" b="1"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2"/>
          <p:cNvSpPr>
            <a:spLocks noGrp="1"/>
          </p:cNvSpPr>
          <p:nvPr>
            <p:ph type="title"/>
          </p:nvPr>
        </p:nvSpPr>
        <p:spPr/>
        <p:txBody>
          <a:bodyPr vert="horz" wrap="square" lIns="91440" tIns="45720" rIns="91440" bIns="45720" anchor="ctr" anchorCtr="0"/>
          <a:p>
            <a:pPr eaLnBrk="1" hangingPunct="1"/>
            <a:r>
              <a:rPr lang="en-US" altLang="zh-CN" sz="2800" b="1" dirty="0">
                <a:latin typeface="微软雅黑" panose="020B0503020204020204" charset="-122"/>
                <a:ea typeface="微软雅黑" panose="020B0503020204020204" charset="-122"/>
                <a:cs typeface="Open Sans" pitchFamily="34" charset="0"/>
                <a:sym typeface="+mn-ea"/>
              </a:rPr>
              <a:t>Application for Academic Exchange</a:t>
            </a:r>
            <a:r>
              <a:rPr lang="en-US" altLang="zh-CN" sz="2800" b="1" kern="1200" noProof="0">
                <a:ln>
                  <a:noFill/>
                </a:ln>
                <a:effectLst/>
                <a:uLnTx/>
                <a:uFillTx/>
                <a:latin typeface="Arial" panose="020B0604020202020204" pitchFamily="34" charset="0"/>
                <a:ea typeface="宋体" panose="02010600030101010101" pitchFamily="2" charset="-122"/>
                <a:cs typeface="+mn-cs"/>
                <a:sym typeface="+mn-ea"/>
              </a:rPr>
              <a:t> </a:t>
            </a:r>
            <a:endParaRPr lang="en-US" altLang="zh-CN" sz="2800" dirty="0">
              <a:ea typeface="宋体" panose="02010600030101010101" pitchFamily="2" charset="-122"/>
            </a:endParaRPr>
          </a:p>
        </p:txBody>
      </p:sp>
      <p:sp>
        <p:nvSpPr>
          <p:cNvPr id="11267" name="Rectangle 3"/>
          <p:cNvSpPr>
            <a:spLocks noGrp="1"/>
          </p:cNvSpPr>
          <p:nvPr>
            <p:ph idx="1"/>
          </p:nvPr>
        </p:nvSpPr>
        <p:spPr>
          <a:xfrm>
            <a:off x="900113" y="1125538"/>
            <a:ext cx="7715250" cy="5345112"/>
          </a:xfrm>
        </p:spPr>
        <p:txBody>
          <a:bodyPr vert="horz" wrap="square" lIns="91440" tIns="45720" rIns="91440" bIns="45720" anchor="t" anchorCtr="0"/>
          <a:p>
            <a:pPr marL="0" indent="0" eaLnBrk="1" hangingPunct="1">
              <a:buNone/>
            </a:pPr>
            <a:r>
              <a:rPr lang="en-US" altLang="zh-CN" dirty="0">
                <a:ea typeface="宋体" panose="02010600030101010101" pitchFamily="2" charset="-122"/>
              </a:rPr>
              <a:t>Format </a:t>
            </a:r>
            <a:endParaRPr lang="en-US" altLang="zh-CN" dirty="0">
              <a:ea typeface="宋体" panose="02010600030101010101" pitchFamily="2" charset="-122"/>
            </a:endParaRPr>
          </a:p>
          <a:p>
            <a:pPr lvl="1" eaLnBrk="1" hangingPunct="1"/>
            <a:endParaRPr lang="en-US" altLang="zh-CN" dirty="0">
              <a:ea typeface="宋体" panose="02010600030101010101" pitchFamily="2" charset="-122"/>
            </a:endParaRPr>
          </a:p>
        </p:txBody>
      </p:sp>
      <p:cxnSp>
        <p:nvCxnSpPr>
          <p:cNvPr id="2" name="Straight Arrow Connector 6"/>
          <p:cNvCxnSpPr/>
          <p:nvPr/>
        </p:nvCxnSpPr>
        <p:spPr>
          <a:xfrm flipV="1">
            <a:off x="4729604" y="1988716"/>
            <a:ext cx="0" cy="3888432"/>
          </a:xfrm>
          <a:prstGeom prst="straightConnector1">
            <a:avLst/>
          </a:prstGeom>
          <a:ln w="28575">
            <a:solidFill>
              <a:schemeClr val="bg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4" name="Oval 7"/>
          <p:cNvSpPr/>
          <p:nvPr/>
        </p:nvSpPr>
        <p:spPr>
          <a:xfrm>
            <a:off x="4626201" y="2204812"/>
            <a:ext cx="232495" cy="232495"/>
          </a:xfrm>
          <a:prstGeom prst="ellipse">
            <a:avLst/>
          </a:prstGeom>
          <a:solidFill>
            <a:schemeClr val="bg1"/>
          </a:solidFill>
          <a:ln>
            <a:solidFill>
              <a:srgbClr val="45C1A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8"/>
          <p:cNvSpPr/>
          <p:nvPr/>
        </p:nvSpPr>
        <p:spPr>
          <a:xfrm>
            <a:off x="4613356" y="2636788"/>
            <a:ext cx="232495" cy="232495"/>
          </a:xfrm>
          <a:prstGeom prst="ellipse">
            <a:avLst/>
          </a:prstGeom>
          <a:solidFill>
            <a:schemeClr val="bg1"/>
          </a:solidFill>
          <a:ln>
            <a:solidFill>
              <a:srgbClr val="4BACC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9"/>
          <p:cNvSpPr/>
          <p:nvPr/>
        </p:nvSpPr>
        <p:spPr>
          <a:xfrm>
            <a:off x="4626201" y="3159515"/>
            <a:ext cx="232495" cy="232495"/>
          </a:xfrm>
          <a:prstGeom prst="ellipse">
            <a:avLst/>
          </a:prstGeom>
          <a:solidFill>
            <a:schemeClr val="bg1"/>
          </a:solidFill>
          <a:ln>
            <a:solidFill>
              <a:srgbClr val="45C1A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0"/>
          <p:cNvSpPr/>
          <p:nvPr/>
        </p:nvSpPr>
        <p:spPr>
          <a:xfrm>
            <a:off x="4626201" y="3576321"/>
            <a:ext cx="232495" cy="232495"/>
          </a:xfrm>
          <a:prstGeom prst="ellipse">
            <a:avLst/>
          </a:prstGeom>
          <a:solidFill>
            <a:schemeClr val="bg1"/>
          </a:solidFill>
          <a:ln>
            <a:solidFill>
              <a:srgbClr val="45C1A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1"/>
          <p:cNvSpPr/>
          <p:nvPr/>
        </p:nvSpPr>
        <p:spPr>
          <a:xfrm>
            <a:off x="4639668" y="4088814"/>
            <a:ext cx="232495" cy="215301"/>
          </a:xfrm>
          <a:prstGeom prst="ellipse">
            <a:avLst/>
          </a:prstGeom>
          <a:solidFill>
            <a:schemeClr val="bg1"/>
          </a:solidFill>
          <a:ln>
            <a:solidFill>
              <a:srgbClr val="4BACC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 Box 10"/>
          <p:cNvSpPr txBox="1">
            <a:spLocks noChangeArrowheads="1"/>
          </p:cNvSpPr>
          <p:nvPr/>
        </p:nvSpPr>
        <p:spPr bwMode="auto">
          <a:xfrm>
            <a:off x="763683" y="2089066"/>
            <a:ext cx="2033072" cy="477054"/>
          </a:xfrm>
          <a:prstGeom prst="rect">
            <a:avLst/>
          </a:prstGeom>
          <a:noFill/>
          <a:ln w="9525">
            <a:noFill/>
            <a:miter lim="800000"/>
          </a:ln>
        </p:spPr>
        <p:txBody>
          <a:bodyPr wrap="square" lIns="45720" tIns="22860" rIns="45720" bIns="22860">
            <a:spAutoFit/>
          </a:bodyPr>
          <a:lstStyle/>
          <a:p>
            <a:pPr algn="ctr" defTabSz="1088390"/>
            <a:r>
              <a:rPr lang="en-US" sz="1400" b="1" dirty="0">
                <a:solidFill>
                  <a:srgbClr val="45C1A4"/>
                </a:solidFill>
                <a:latin typeface="微软雅黑" panose="020B0503020204020204" charset="-122"/>
                <a:ea typeface="微软雅黑" panose="020B0503020204020204" charset="-122"/>
                <a:cs typeface="Open Sans" pitchFamily="34" charset="0"/>
              </a:rPr>
              <a:t>Brief intro, purpose/reasons </a:t>
            </a:r>
            <a:endParaRPr lang="en-US" sz="1100" dirty="0">
              <a:solidFill>
                <a:srgbClr val="45C1A4"/>
              </a:solidFill>
              <a:latin typeface="微软雅黑" panose="020B0503020204020204" charset="-122"/>
              <a:ea typeface="微软雅黑" panose="020B0503020204020204" charset="-122"/>
              <a:cs typeface="Open Sans" pitchFamily="34" charset="0"/>
            </a:endParaRPr>
          </a:p>
        </p:txBody>
      </p:sp>
      <p:sp>
        <p:nvSpPr>
          <p:cNvPr id="16" name="Text Box 10"/>
          <p:cNvSpPr txBox="1">
            <a:spLocks noChangeArrowheads="1"/>
          </p:cNvSpPr>
          <p:nvPr/>
        </p:nvSpPr>
        <p:spPr bwMode="auto">
          <a:xfrm>
            <a:off x="2065308" y="3018493"/>
            <a:ext cx="1886755" cy="477054"/>
          </a:xfrm>
          <a:prstGeom prst="rect">
            <a:avLst/>
          </a:prstGeom>
          <a:noFill/>
          <a:ln w="9525">
            <a:noFill/>
            <a:miter lim="800000"/>
          </a:ln>
        </p:spPr>
        <p:txBody>
          <a:bodyPr wrap="square" lIns="45720" tIns="22860" rIns="45720" bIns="22860">
            <a:spAutoFit/>
          </a:bodyPr>
          <a:lstStyle/>
          <a:p>
            <a:pPr algn="ctr" defTabSz="1088390"/>
            <a:r>
              <a:rPr lang="en-US" altLang="zh-CN" sz="1400" b="1" dirty="0">
                <a:solidFill>
                  <a:srgbClr val="45C1A4"/>
                </a:solidFill>
                <a:latin typeface="微软雅黑" panose="020B0503020204020204" charset="-122"/>
                <a:ea typeface="微软雅黑" panose="020B0503020204020204" charset="-122"/>
                <a:cs typeface="Open Sans" pitchFamily="34" charset="0"/>
              </a:rPr>
              <a:t>Related qualifications/skills</a:t>
            </a:r>
            <a:endParaRPr lang="en-US" altLang="zh-CN" sz="1100" dirty="0">
              <a:solidFill>
                <a:srgbClr val="45C1A4"/>
              </a:solidFill>
              <a:latin typeface="微软雅黑" panose="020B0503020204020204" charset="-122"/>
              <a:ea typeface="微软雅黑" panose="020B0503020204020204" charset="-122"/>
              <a:cs typeface="Open Sans" pitchFamily="34" charset="0"/>
            </a:endParaRPr>
          </a:p>
        </p:txBody>
      </p:sp>
      <p:sp>
        <p:nvSpPr>
          <p:cNvPr id="17" name="Text Box 10"/>
          <p:cNvSpPr txBox="1">
            <a:spLocks noChangeArrowheads="1"/>
          </p:cNvSpPr>
          <p:nvPr/>
        </p:nvSpPr>
        <p:spPr bwMode="auto">
          <a:xfrm>
            <a:off x="985188" y="4127083"/>
            <a:ext cx="1520573" cy="261610"/>
          </a:xfrm>
          <a:prstGeom prst="rect">
            <a:avLst/>
          </a:prstGeom>
          <a:noFill/>
          <a:ln w="9525">
            <a:noFill/>
            <a:miter lim="800000"/>
          </a:ln>
        </p:spPr>
        <p:txBody>
          <a:bodyPr wrap="square" lIns="45720" tIns="22860" rIns="45720" bIns="22860">
            <a:spAutoFit/>
          </a:bodyPr>
          <a:lstStyle/>
          <a:p>
            <a:pPr algn="ctr" defTabSz="1088390"/>
            <a:r>
              <a:rPr lang="en-US" altLang="zh-CN" sz="1400" b="1" dirty="0">
                <a:solidFill>
                  <a:srgbClr val="45C1A4"/>
                </a:solidFill>
                <a:latin typeface="微软雅黑" panose="020B0503020204020204" charset="-122"/>
                <a:ea typeface="微软雅黑" panose="020B0503020204020204" charset="-122"/>
                <a:cs typeface="Open Sans" pitchFamily="34" charset="0"/>
              </a:rPr>
              <a:t>Contact info</a:t>
            </a:r>
            <a:endParaRPr lang="en-US" altLang="zh-CN" sz="1400" b="1" dirty="0">
              <a:solidFill>
                <a:srgbClr val="45C1A4"/>
              </a:solidFill>
              <a:latin typeface="微软雅黑" panose="020B0503020204020204" charset="-122"/>
              <a:ea typeface="微软雅黑" panose="020B0503020204020204" charset="-122"/>
              <a:cs typeface="Open Sans" pitchFamily="34" charset="0"/>
            </a:endParaRPr>
          </a:p>
        </p:txBody>
      </p:sp>
      <p:sp>
        <p:nvSpPr>
          <p:cNvPr id="18" name="Text Box 10"/>
          <p:cNvSpPr txBox="1">
            <a:spLocks noChangeArrowheads="1"/>
          </p:cNvSpPr>
          <p:nvPr/>
        </p:nvSpPr>
        <p:spPr bwMode="auto">
          <a:xfrm>
            <a:off x="6433427" y="2112149"/>
            <a:ext cx="2227941" cy="907941"/>
          </a:xfrm>
          <a:prstGeom prst="rect">
            <a:avLst/>
          </a:prstGeom>
          <a:noFill/>
          <a:ln w="9525">
            <a:noFill/>
            <a:miter lim="800000"/>
          </a:ln>
        </p:spPr>
        <p:txBody>
          <a:bodyPr wrap="square" lIns="45720" tIns="22860" rIns="45720" bIns="22860">
            <a:spAutoFit/>
          </a:bodyPr>
          <a:lstStyle/>
          <a:p>
            <a:pPr algn="ctr" defTabSz="1088390"/>
            <a:r>
              <a:rPr lang="en-US" altLang="zh-CN" sz="1400" b="1" dirty="0">
                <a:solidFill>
                  <a:srgbClr val="4BACC6"/>
                </a:solidFill>
                <a:latin typeface="微软雅黑" panose="020B0503020204020204" charset="-122"/>
                <a:ea typeface="微软雅黑" panose="020B0503020204020204" charset="-122"/>
                <a:cs typeface="Open Sans" pitchFamily="34" charset="0"/>
              </a:rPr>
              <a:t>Academic area(s)/interest, research work/experience</a:t>
            </a:r>
            <a:endParaRPr lang="en-US" altLang="zh-CN" sz="1100" dirty="0">
              <a:solidFill>
                <a:srgbClr val="4BACC6"/>
              </a:solidFill>
              <a:latin typeface="微软雅黑" panose="020B0503020204020204" charset="-122"/>
              <a:ea typeface="微软雅黑" panose="020B0503020204020204" charset="-122"/>
              <a:cs typeface="Open Sans" pitchFamily="34" charset="0"/>
            </a:endParaRPr>
          </a:p>
        </p:txBody>
      </p:sp>
      <p:sp>
        <p:nvSpPr>
          <p:cNvPr id="19" name="Text Box 10"/>
          <p:cNvSpPr txBox="1">
            <a:spLocks noChangeArrowheads="1"/>
          </p:cNvSpPr>
          <p:nvPr/>
        </p:nvSpPr>
        <p:spPr bwMode="auto">
          <a:xfrm>
            <a:off x="6473820" y="3572892"/>
            <a:ext cx="1660815" cy="692497"/>
          </a:xfrm>
          <a:prstGeom prst="rect">
            <a:avLst/>
          </a:prstGeom>
          <a:noFill/>
          <a:ln w="9525">
            <a:noFill/>
            <a:miter lim="800000"/>
          </a:ln>
        </p:spPr>
        <p:txBody>
          <a:bodyPr wrap="square" lIns="45720" tIns="22860" rIns="45720" bIns="22860">
            <a:spAutoFit/>
          </a:bodyPr>
          <a:lstStyle/>
          <a:p>
            <a:pPr algn="ctr" defTabSz="1088390"/>
            <a:r>
              <a:rPr lang="en-US" altLang="zh-CN" sz="1400" b="1" dirty="0">
                <a:solidFill>
                  <a:srgbClr val="4BACC6"/>
                </a:solidFill>
                <a:latin typeface="微软雅黑" panose="020B0503020204020204" charset="-122"/>
                <a:ea typeface="微软雅黑" panose="020B0503020204020204" charset="-122"/>
                <a:cs typeface="Open Sans" pitchFamily="34" charset="0"/>
              </a:rPr>
              <a:t>Requesting information, financial support</a:t>
            </a:r>
            <a:endParaRPr lang="en-US" altLang="zh-CN" sz="1100" dirty="0">
              <a:solidFill>
                <a:srgbClr val="4BACC6"/>
              </a:solidFill>
              <a:latin typeface="微软雅黑" panose="020B0503020204020204" charset="-122"/>
              <a:ea typeface="微软雅黑" panose="020B0503020204020204" charset="-122"/>
              <a:cs typeface="Open Sans" pitchFamily="34" charset="0"/>
            </a:endParaRPr>
          </a:p>
        </p:txBody>
      </p:sp>
      <p:cxnSp>
        <p:nvCxnSpPr>
          <p:cNvPr id="20" name="Elbow Connector 2"/>
          <p:cNvCxnSpPr>
            <a:stCxn id="4" idx="2"/>
          </p:cNvCxnSpPr>
          <p:nvPr/>
        </p:nvCxnSpPr>
        <p:spPr>
          <a:xfrm rot="10800000" flipV="1">
            <a:off x="720923" y="2321059"/>
            <a:ext cx="3905279" cy="272533"/>
          </a:xfrm>
          <a:prstGeom prst="bentConnector3">
            <a:avLst>
              <a:gd name="adj1" fmla="val 40732"/>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1" name="Elbow Connector 58"/>
          <p:cNvCxnSpPr>
            <a:stCxn id="5" idx="6"/>
          </p:cNvCxnSpPr>
          <p:nvPr/>
        </p:nvCxnSpPr>
        <p:spPr>
          <a:xfrm>
            <a:off x="4845851" y="2753036"/>
            <a:ext cx="3600116" cy="283126"/>
          </a:xfrm>
          <a:prstGeom prst="bentConnector3">
            <a:avLst>
              <a:gd name="adj1" fmla="val 50000"/>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2" name="Elbow Connector 61"/>
          <p:cNvCxnSpPr/>
          <p:nvPr/>
        </p:nvCxnSpPr>
        <p:spPr>
          <a:xfrm rot="10800000" flipV="1">
            <a:off x="1849284" y="5085060"/>
            <a:ext cx="2848925" cy="239771"/>
          </a:xfrm>
          <a:prstGeom prst="bentConnector3">
            <a:avLst>
              <a:gd name="adj1" fmla="val 17904"/>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3" name="Elbow Connector 65"/>
          <p:cNvCxnSpPr>
            <a:stCxn id="13" idx="6"/>
          </p:cNvCxnSpPr>
          <p:nvPr/>
        </p:nvCxnSpPr>
        <p:spPr>
          <a:xfrm>
            <a:off x="4858696" y="3692569"/>
            <a:ext cx="3590758" cy="609995"/>
          </a:xfrm>
          <a:prstGeom prst="bentConnector3">
            <a:avLst>
              <a:gd name="adj1" fmla="val 31962"/>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4" name="Elbow Connector 68"/>
          <p:cNvCxnSpPr>
            <a:stCxn id="14" idx="2"/>
          </p:cNvCxnSpPr>
          <p:nvPr/>
        </p:nvCxnSpPr>
        <p:spPr>
          <a:xfrm rot="10800000" flipV="1">
            <a:off x="734394" y="4196465"/>
            <a:ext cx="3905275" cy="260048"/>
          </a:xfrm>
          <a:prstGeom prst="bentConnector3">
            <a:avLst>
              <a:gd name="adj1" fmla="val 50000"/>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5" name="Oval 10"/>
          <p:cNvSpPr/>
          <p:nvPr/>
        </p:nvSpPr>
        <p:spPr>
          <a:xfrm>
            <a:off x="4603126" y="4503444"/>
            <a:ext cx="232495" cy="232495"/>
          </a:xfrm>
          <a:prstGeom prst="ellipse">
            <a:avLst/>
          </a:prstGeom>
          <a:solidFill>
            <a:schemeClr val="bg1"/>
          </a:solidFill>
          <a:ln>
            <a:solidFill>
              <a:srgbClr val="45C1A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Elbow Connector 65"/>
          <p:cNvCxnSpPr>
            <a:stCxn id="25" idx="6"/>
          </p:cNvCxnSpPr>
          <p:nvPr/>
        </p:nvCxnSpPr>
        <p:spPr>
          <a:xfrm>
            <a:off x="4835621" y="4619692"/>
            <a:ext cx="3590758" cy="609995"/>
          </a:xfrm>
          <a:prstGeom prst="bentConnector3">
            <a:avLst>
              <a:gd name="adj1" fmla="val 31962"/>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7" name="Oval 9"/>
          <p:cNvSpPr/>
          <p:nvPr/>
        </p:nvSpPr>
        <p:spPr>
          <a:xfrm>
            <a:off x="4628092" y="4941044"/>
            <a:ext cx="232495" cy="232495"/>
          </a:xfrm>
          <a:prstGeom prst="ellipse">
            <a:avLst/>
          </a:prstGeom>
          <a:solidFill>
            <a:schemeClr val="bg1"/>
          </a:solidFill>
          <a:ln>
            <a:solidFill>
              <a:srgbClr val="45C1A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Elbow Connector 61"/>
          <p:cNvCxnSpPr/>
          <p:nvPr/>
        </p:nvCxnSpPr>
        <p:spPr>
          <a:xfrm rot="10800000" flipV="1">
            <a:off x="1777276" y="3284860"/>
            <a:ext cx="2848925" cy="239771"/>
          </a:xfrm>
          <a:prstGeom prst="bentConnector3">
            <a:avLst>
              <a:gd name="adj1" fmla="val 17904"/>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9" name="Text Box 10"/>
          <p:cNvSpPr txBox="1">
            <a:spLocks noChangeArrowheads="1"/>
          </p:cNvSpPr>
          <p:nvPr/>
        </p:nvSpPr>
        <p:spPr bwMode="auto">
          <a:xfrm>
            <a:off x="6745828" y="4752106"/>
            <a:ext cx="1512168" cy="477054"/>
          </a:xfrm>
          <a:prstGeom prst="rect">
            <a:avLst/>
          </a:prstGeom>
          <a:noFill/>
          <a:ln w="9525">
            <a:noFill/>
            <a:miter lim="800000"/>
          </a:ln>
        </p:spPr>
        <p:txBody>
          <a:bodyPr wrap="square" lIns="45720" tIns="22860" rIns="45720" bIns="22860">
            <a:spAutoFit/>
          </a:bodyPr>
          <a:lstStyle/>
          <a:p>
            <a:pPr algn="ctr" defTabSz="1088390"/>
            <a:r>
              <a:rPr lang="en-US" altLang="zh-CN" sz="1400" b="1" dirty="0">
                <a:solidFill>
                  <a:srgbClr val="45C1A4"/>
                </a:solidFill>
                <a:latin typeface="微软雅黑" panose="020B0503020204020204" charset="-122"/>
                <a:ea typeface="微软雅黑" panose="020B0503020204020204" charset="-122"/>
                <a:cs typeface="Open Sans" pitchFamily="34" charset="0"/>
              </a:rPr>
              <a:t>Complimentary close</a:t>
            </a:r>
            <a:endParaRPr lang="en-US" altLang="zh-CN" sz="1400" b="1" dirty="0">
              <a:solidFill>
                <a:srgbClr val="45C1A4"/>
              </a:solidFill>
              <a:latin typeface="微软雅黑" panose="020B0503020204020204" charset="-122"/>
              <a:ea typeface="微软雅黑" panose="020B0503020204020204" charset="-122"/>
              <a:cs typeface="Open Sans" pitchFamily="34" charset="0"/>
            </a:endParaRPr>
          </a:p>
        </p:txBody>
      </p:sp>
      <p:sp>
        <p:nvSpPr>
          <p:cNvPr id="30" name="Text Box 10"/>
          <p:cNvSpPr txBox="1">
            <a:spLocks noChangeArrowheads="1"/>
          </p:cNvSpPr>
          <p:nvPr/>
        </p:nvSpPr>
        <p:spPr bwMode="auto">
          <a:xfrm>
            <a:off x="2333786" y="4990633"/>
            <a:ext cx="1520573" cy="477054"/>
          </a:xfrm>
          <a:prstGeom prst="rect">
            <a:avLst/>
          </a:prstGeom>
          <a:noFill/>
          <a:ln w="9525">
            <a:noFill/>
            <a:miter lim="800000"/>
          </a:ln>
        </p:spPr>
        <p:txBody>
          <a:bodyPr wrap="square" lIns="45720" tIns="22860" rIns="45720" bIns="22860">
            <a:spAutoFit/>
          </a:bodyPr>
          <a:lstStyle/>
          <a:p>
            <a:pPr algn="ctr" defTabSz="1088390"/>
            <a:r>
              <a:rPr lang="en-US" altLang="zh-CN" sz="1400" b="1" dirty="0">
                <a:solidFill>
                  <a:srgbClr val="45C1A4"/>
                </a:solidFill>
                <a:latin typeface="微软雅黑" panose="020B0503020204020204" charset="-122"/>
                <a:ea typeface="微软雅黑" panose="020B0503020204020204" charset="-122"/>
                <a:cs typeface="Open Sans" pitchFamily="34" charset="0"/>
              </a:rPr>
              <a:t>Signature</a:t>
            </a:r>
            <a:endParaRPr lang="en-US" altLang="zh-CN" sz="1400" b="1" dirty="0">
              <a:solidFill>
                <a:srgbClr val="45C1A4"/>
              </a:solidFill>
              <a:latin typeface="微软雅黑" panose="020B0503020204020204" charset="-122"/>
              <a:ea typeface="微软雅黑" panose="020B0503020204020204" charset="-122"/>
              <a:cs typeface="Open Sans" pitchFamily="34" charset="0"/>
            </a:endParaRPr>
          </a:p>
          <a:p>
            <a:pPr algn="ctr" defTabSz="1088390"/>
            <a:endParaRPr lang="en-US" altLang="zh-CN" sz="1400" b="1" dirty="0">
              <a:solidFill>
                <a:srgbClr val="45C1A4"/>
              </a:solidFill>
              <a:latin typeface="微软雅黑" panose="020B0503020204020204" charset="-122"/>
              <a:ea typeface="微软雅黑" panose="020B0503020204020204" charset="-122"/>
              <a:cs typeface="Open Sans"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250" fill="hold"/>
                                        <p:tgtEl>
                                          <p:spTgt spid="2"/>
                                        </p:tgtEl>
                                        <p:attrNameLst>
                                          <p:attrName>ppt_x</p:attrName>
                                        </p:attrNameLst>
                                      </p:cBhvr>
                                      <p:tavLst>
                                        <p:tav tm="0">
                                          <p:val>
                                            <p:strVal val="#ppt_x"/>
                                          </p:val>
                                        </p:tav>
                                        <p:tav tm="100000">
                                          <p:val>
                                            <p:strVal val="#ppt_x"/>
                                          </p:val>
                                        </p:tav>
                                      </p:tavLst>
                                    </p:anim>
                                    <p:anim calcmode="lin" valueType="num">
                                      <p:cBhvr additive="base">
                                        <p:cTn id="8" dur="25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250" fill="hold"/>
                                        <p:tgtEl>
                                          <p:spTgt spid="4"/>
                                        </p:tgtEl>
                                        <p:attrNameLst>
                                          <p:attrName>ppt_x</p:attrName>
                                        </p:attrNameLst>
                                      </p:cBhvr>
                                      <p:tavLst>
                                        <p:tav tm="0">
                                          <p:val>
                                            <p:strVal val="#ppt_x"/>
                                          </p:val>
                                        </p:tav>
                                        <p:tav tm="100000">
                                          <p:val>
                                            <p:strVal val="#ppt_x"/>
                                          </p:val>
                                        </p:tav>
                                      </p:tavLst>
                                    </p:anim>
                                    <p:anim calcmode="lin" valueType="num">
                                      <p:cBhvr additive="base">
                                        <p:cTn id="13" dur="250" fill="hold"/>
                                        <p:tgtEl>
                                          <p:spTgt spid="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additive="base">
                                        <p:cTn id="17" dur="250" fill="hold"/>
                                        <p:tgtEl>
                                          <p:spTgt spid="20"/>
                                        </p:tgtEl>
                                        <p:attrNameLst>
                                          <p:attrName>ppt_x</p:attrName>
                                        </p:attrNameLst>
                                      </p:cBhvr>
                                      <p:tavLst>
                                        <p:tav tm="0">
                                          <p:val>
                                            <p:strVal val="#ppt_x"/>
                                          </p:val>
                                        </p:tav>
                                        <p:tav tm="100000">
                                          <p:val>
                                            <p:strVal val="#ppt_x"/>
                                          </p:val>
                                        </p:tav>
                                      </p:tavLst>
                                    </p:anim>
                                    <p:anim calcmode="lin" valueType="num">
                                      <p:cBhvr additive="base">
                                        <p:cTn id="18" dur="250" fill="hold"/>
                                        <p:tgtEl>
                                          <p:spTgt spid="20"/>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15"/>
                                        </p:tgtEl>
                                        <p:attrNameLst>
                                          <p:attrName>style.visibility</p:attrName>
                                        </p:attrNameLst>
                                      </p:cBhvr>
                                      <p:to>
                                        <p:strVal val="visible"/>
                                      </p:to>
                                    </p:set>
                                    <p:anim calcmode="lin" valueType="num">
                                      <p:cBhvr additive="base">
                                        <p:cTn id="22" dur="250" fill="hold"/>
                                        <p:tgtEl>
                                          <p:spTgt spid="15"/>
                                        </p:tgtEl>
                                        <p:attrNameLst>
                                          <p:attrName>ppt_x</p:attrName>
                                        </p:attrNameLst>
                                      </p:cBhvr>
                                      <p:tavLst>
                                        <p:tav tm="0">
                                          <p:val>
                                            <p:strVal val="#ppt_x"/>
                                          </p:val>
                                        </p:tav>
                                        <p:tav tm="100000">
                                          <p:val>
                                            <p:strVal val="#ppt_x"/>
                                          </p:val>
                                        </p:tav>
                                      </p:tavLst>
                                    </p:anim>
                                    <p:anim calcmode="lin" valueType="num">
                                      <p:cBhvr additive="base">
                                        <p:cTn id="23" dur="250" fill="hold"/>
                                        <p:tgtEl>
                                          <p:spTgt spid="15"/>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additive="base">
                                        <p:cTn id="27" dur="250" fill="hold"/>
                                        <p:tgtEl>
                                          <p:spTgt spid="5"/>
                                        </p:tgtEl>
                                        <p:attrNameLst>
                                          <p:attrName>ppt_x</p:attrName>
                                        </p:attrNameLst>
                                      </p:cBhvr>
                                      <p:tavLst>
                                        <p:tav tm="0">
                                          <p:val>
                                            <p:strVal val="#ppt_x"/>
                                          </p:val>
                                        </p:tav>
                                        <p:tav tm="100000">
                                          <p:val>
                                            <p:strVal val="#ppt_x"/>
                                          </p:val>
                                        </p:tav>
                                      </p:tavLst>
                                    </p:anim>
                                    <p:anim calcmode="lin" valueType="num">
                                      <p:cBhvr additive="base">
                                        <p:cTn id="28" dur="250" fill="hold"/>
                                        <p:tgtEl>
                                          <p:spTgt spid="5"/>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2" presetClass="entr" presetSubtype="4" fill="hold" nodeType="afterEffect">
                                  <p:stCondLst>
                                    <p:cond delay="0"/>
                                  </p:stCondLst>
                                  <p:childTnLst>
                                    <p:set>
                                      <p:cBhvr>
                                        <p:cTn id="31" dur="1" fill="hold">
                                          <p:stCondLst>
                                            <p:cond delay="0"/>
                                          </p:stCondLst>
                                        </p:cTn>
                                        <p:tgtEl>
                                          <p:spTgt spid="21"/>
                                        </p:tgtEl>
                                        <p:attrNameLst>
                                          <p:attrName>style.visibility</p:attrName>
                                        </p:attrNameLst>
                                      </p:cBhvr>
                                      <p:to>
                                        <p:strVal val="visible"/>
                                      </p:to>
                                    </p:set>
                                    <p:anim calcmode="lin" valueType="num">
                                      <p:cBhvr additive="base">
                                        <p:cTn id="32" dur="250" fill="hold"/>
                                        <p:tgtEl>
                                          <p:spTgt spid="21"/>
                                        </p:tgtEl>
                                        <p:attrNameLst>
                                          <p:attrName>ppt_x</p:attrName>
                                        </p:attrNameLst>
                                      </p:cBhvr>
                                      <p:tavLst>
                                        <p:tav tm="0">
                                          <p:val>
                                            <p:strVal val="#ppt_x"/>
                                          </p:val>
                                        </p:tav>
                                        <p:tav tm="100000">
                                          <p:val>
                                            <p:strVal val="#ppt_x"/>
                                          </p:val>
                                        </p:tav>
                                      </p:tavLst>
                                    </p:anim>
                                    <p:anim calcmode="lin" valueType="num">
                                      <p:cBhvr additive="base">
                                        <p:cTn id="33" dur="250" fill="hold"/>
                                        <p:tgtEl>
                                          <p:spTgt spid="21"/>
                                        </p:tgtEl>
                                        <p:attrNameLst>
                                          <p:attrName>ppt_y</p:attrName>
                                        </p:attrNameLst>
                                      </p:cBhvr>
                                      <p:tavLst>
                                        <p:tav tm="0">
                                          <p:val>
                                            <p:strVal val="1+#ppt_h/2"/>
                                          </p:val>
                                        </p:tav>
                                        <p:tav tm="100000">
                                          <p:val>
                                            <p:strVal val="#ppt_y"/>
                                          </p:val>
                                        </p:tav>
                                      </p:tavLst>
                                    </p:anim>
                                  </p:childTnLst>
                                </p:cTn>
                              </p:par>
                            </p:childTnLst>
                          </p:cTn>
                        </p:par>
                        <p:par>
                          <p:cTn id="34" fill="hold">
                            <p:stCondLst>
                              <p:cond delay="3000"/>
                            </p:stCondLst>
                            <p:childTnLst>
                              <p:par>
                                <p:cTn id="35" presetID="2" presetClass="entr" presetSubtype="4" fill="hold" grpId="0" nodeType="afterEffect">
                                  <p:stCondLst>
                                    <p:cond delay="0"/>
                                  </p:stCondLst>
                                  <p:childTnLst>
                                    <p:set>
                                      <p:cBhvr>
                                        <p:cTn id="36" dur="1" fill="hold">
                                          <p:stCondLst>
                                            <p:cond delay="0"/>
                                          </p:stCondLst>
                                        </p:cTn>
                                        <p:tgtEl>
                                          <p:spTgt spid="18"/>
                                        </p:tgtEl>
                                        <p:attrNameLst>
                                          <p:attrName>style.visibility</p:attrName>
                                        </p:attrNameLst>
                                      </p:cBhvr>
                                      <p:to>
                                        <p:strVal val="visible"/>
                                      </p:to>
                                    </p:set>
                                    <p:anim calcmode="lin" valueType="num">
                                      <p:cBhvr additive="base">
                                        <p:cTn id="37" dur="250" fill="hold"/>
                                        <p:tgtEl>
                                          <p:spTgt spid="18"/>
                                        </p:tgtEl>
                                        <p:attrNameLst>
                                          <p:attrName>ppt_x</p:attrName>
                                        </p:attrNameLst>
                                      </p:cBhvr>
                                      <p:tavLst>
                                        <p:tav tm="0">
                                          <p:val>
                                            <p:strVal val="#ppt_x"/>
                                          </p:val>
                                        </p:tav>
                                        <p:tav tm="100000">
                                          <p:val>
                                            <p:strVal val="#ppt_x"/>
                                          </p:val>
                                        </p:tav>
                                      </p:tavLst>
                                    </p:anim>
                                    <p:anim calcmode="lin" valueType="num">
                                      <p:cBhvr additive="base">
                                        <p:cTn id="38" dur="250" fill="hold"/>
                                        <p:tgtEl>
                                          <p:spTgt spid="18"/>
                                        </p:tgtEl>
                                        <p:attrNameLst>
                                          <p:attrName>ppt_y</p:attrName>
                                        </p:attrNameLst>
                                      </p:cBhvr>
                                      <p:tavLst>
                                        <p:tav tm="0">
                                          <p:val>
                                            <p:strVal val="1+#ppt_h/2"/>
                                          </p:val>
                                        </p:tav>
                                        <p:tav tm="100000">
                                          <p:val>
                                            <p:strVal val="#ppt_y"/>
                                          </p:val>
                                        </p:tav>
                                      </p:tavLst>
                                    </p:anim>
                                  </p:childTnLst>
                                </p:cTn>
                              </p:par>
                            </p:childTnLst>
                          </p:cTn>
                        </p:par>
                        <p:par>
                          <p:cTn id="39" fill="hold">
                            <p:stCondLst>
                              <p:cond delay="3500"/>
                            </p:stCondLst>
                            <p:childTnLst>
                              <p:par>
                                <p:cTn id="40" presetID="2" presetClass="entr" presetSubtype="4" fill="hold" grpId="0" nodeType="after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additive="base">
                                        <p:cTn id="42" dur="250" fill="hold"/>
                                        <p:tgtEl>
                                          <p:spTgt spid="6"/>
                                        </p:tgtEl>
                                        <p:attrNameLst>
                                          <p:attrName>ppt_x</p:attrName>
                                        </p:attrNameLst>
                                      </p:cBhvr>
                                      <p:tavLst>
                                        <p:tav tm="0">
                                          <p:val>
                                            <p:strVal val="#ppt_x"/>
                                          </p:val>
                                        </p:tav>
                                        <p:tav tm="100000">
                                          <p:val>
                                            <p:strVal val="#ppt_x"/>
                                          </p:val>
                                        </p:tav>
                                      </p:tavLst>
                                    </p:anim>
                                    <p:anim calcmode="lin" valueType="num">
                                      <p:cBhvr additive="base">
                                        <p:cTn id="43" dur="250" fill="hold"/>
                                        <p:tgtEl>
                                          <p:spTgt spid="6"/>
                                        </p:tgtEl>
                                        <p:attrNameLst>
                                          <p:attrName>ppt_y</p:attrName>
                                        </p:attrNameLst>
                                      </p:cBhvr>
                                      <p:tavLst>
                                        <p:tav tm="0">
                                          <p:val>
                                            <p:strVal val="1+#ppt_h/2"/>
                                          </p:val>
                                        </p:tav>
                                        <p:tav tm="100000">
                                          <p:val>
                                            <p:strVal val="#ppt_y"/>
                                          </p:val>
                                        </p:tav>
                                      </p:tavLst>
                                    </p:anim>
                                  </p:childTnLst>
                                </p:cTn>
                              </p:par>
                            </p:childTnLst>
                          </p:cTn>
                        </p:par>
                        <p:par>
                          <p:cTn id="44" fill="hold">
                            <p:stCondLst>
                              <p:cond delay="4000"/>
                            </p:stCondLst>
                            <p:childTnLst>
                              <p:par>
                                <p:cTn id="45" presetID="2" presetClass="entr" presetSubtype="4" fill="hold" nodeType="afterEffect">
                                  <p:stCondLst>
                                    <p:cond delay="0"/>
                                  </p:stCondLst>
                                  <p:childTnLst>
                                    <p:set>
                                      <p:cBhvr>
                                        <p:cTn id="46" dur="1" fill="hold">
                                          <p:stCondLst>
                                            <p:cond delay="0"/>
                                          </p:stCondLst>
                                        </p:cTn>
                                        <p:tgtEl>
                                          <p:spTgt spid="22"/>
                                        </p:tgtEl>
                                        <p:attrNameLst>
                                          <p:attrName>style.visibility</p:attrName>
                                        </p:attrNameLst>
                                      </p:cBhvr>
                                      <p:to>
                                        <p:strVal val="visible"/>
                                      </p:to>
                                    </p:set>
                                    <p:anim calcmode="lin" valueType="num">
                                      <p:cBhvr additive="base">
                                        <p:cTn id="47" dur="250" fill="hold"/>
                                        <p:tgtEl>
                                          <p:spTgt spid="22"/>
                                        </p:tgtEl>
                                        <p:attrNameLst>
                                          <p:attrName>ppt_x</p:attrName>
                                        </p:attrNameLst>
                                      </p:cBhvr>
                                      <p:tavLst>
                                        <p:tav tm="0">
                                          <p:val>
                                            <p:strVal val="#ppt_x"/>
                                          </p:val>
                                        </p:tav>
                                        <p:tav tm="100000">
                                          <p:val>
                                            <p:strVal val="#ppt_x"/>
                                          </p:val>
                                        </p:tav>
                                      </p:tavLst>
                                    </p:anim>
                                    <p:anim calcmode="lin" valueType="num">
                                      <p:cBhvr additive="base">
                                        <p:cTn id="48" dur="250" fill="hold"/>
                                        <p:tgtEl>
                                          <p:spTgt spid="22"/>
                                        </p:tgtEl>
                                        <p:attrNameLst>
                                          <p:attrName>ppt_y</p:attrName>
                                        </p:attrNameLst>
                                      </p:cBhvr>
                                      <p:tavLst>
                                        <p:tav tm="0">
                                          <p:val>
                                            <p:strVal val="1+#ppt_h/2"/>
                                          </p:val>
                                        </p:tav>
                                        <p:tav tm="100000">
                                          <p:val>
                                            <p:strVal val="#ppt_y"/>
                                          </p:val>
                                        </p:tav>
                                      </p:tavLst>
                                    </p:anim>
                                  </p:childTnLst>
                                </p:cTn>
                              </p:par>
                            </p:childTnLst>
                          </p:cTn>
                        </p:par>
                        <p:par>
                          <p:cTn id="49" fill="hold">
                            <p:stCondLst>
                              <p:cond delay="4500"/>
                            </p:stCondLst>
                            <p:childTnLst>
                              <p:par>
                                <p:cTn id="50" presetID="2" presetClass="entr" presetSubtype="4"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 calcmode="lin" valueType="num">
                                      <p:cBhvr additive="base">
                                        <p:cTn id="52" dur="250" fill="hold"/>
                                        <p:tgtEl>
                                          <p:spTgt spid="16"/>
                                        </p:tgtEl>
                                        <p:attrNameLst>
                                          <p:attrName>ppt_x</p:attrName>
                                        </p:attrNameLst>
                                      </p:cBhvr>
                                      <p:tavLst>
                                        <p:tav tm="0">
                                          <p:val>
                                            <p:strVal val="#ppt_x"/>
                                          </p:val>
                                        </p:tav>
                                        <p:tav tm="100000">
                                          <p:val>
                                            <p:strVal val="#ppt_x"/>
                                          </p:val>
                                        </p:tav>
                                      </p:tavLst>
                                    </p:anim>
                                    <p:anim calcmode="lin" valueType="num">
                                      <p:cBhvr additive="base">
                                        <p:cTn id="53" dur="250" fill="hold"/>
                                        <p:tgtEl>
                                          <p:spTgt spid="16"/>
                                        </p:tgtEl>
                                        <p:attrNameLst>
                                          <p:attrName>ppt_y</p:attrName>
                                        </p:attrNameLst>
                                      </p:cBhvr>
                                      <p:tavLst>
                                        <p:tav tm="0">
                                          <p:val>
                                            <p:strVal val="1+#ppt_h/2"/>
                                          </p:val>
                                        </p:tav>
                                        <p:tav tm="100000">
                                          <p:val>
                                            <p:strVal val="#ppt_y"/>
                                          </p:val>
                                        </p:tav>
                                      </p:tavLst>
                                    </p:anim>
                                  </p:childTnLst>
                                </p:cTn>
                              </p:par>
                            </p:childTnLst>
                          </p:cTn>
                        </p:par>
                        <p:par>
                          <p:cTn id="54" fill="hold">
                            <p:stCondLst>
                              <p:cond delay="5000"/>
                            </p:stCondLst>
                            <p:childTnLst>
                              <p:par>
                                <p:cTn id="55" presetID="2" presetClass="entr" presetSubtype="4" fill="hold" grpId="0" nodeType="afterEffect">
                                  <p:stCondLst>
                                    <p:cond delay="0"/>
                                  </p:stCondLst>
                                  <p:childTnLst>
                                    <p:set>
                                      <p:cBhvr>
                                        <p:cTn id="56" dur="1" fill="hold">
                                          <p:stCondLst>
                                            <p:cond delay="0"/>
                                          </p:stCondLst>
                                        </p:cTn>
                                        <p:tgtEl>
                                          <p:spTgt spid="13"/>
                                        </p:tgtEl>
                                        <p:attrNameLst>
                                          <p:attrName>style.visibility</p:attrName>
                                        </p:attrNameLst>
                                      </p:cBhvr>
                                      <p:to>
                                        <p:strVal val="visible"/>
                                      </p:to>
                                    </p:set>
                                    <p:anim calcmode="lin" valueType="num">
                                      <p:cBhvr additive="base">
                                        <p:cTn id="57" dur="250" fill="hold"/>
                                        <p:tgtEl>
                                          <p:spTgt spid="13"/>
                                        </p:tgtEl>
                                        <p:attrNameLst>
                                          <p:attrName>ppt_x</p:attrName>
                                        </p:attrNameLst>
                                      </p:cBhvr>
                                      <p:tavLst>
                                        <p:tav tm="0">
                                          <p:val>
                                            <p:strVal val="#ppt_x"/>
                                          </p:val>
                                        </p:tav>
                                        <p:tav tm="100000">
                                          <p:val>
                                            <p:strVal val="#ppt_x"/>
                                          </p:val>
                                        </p:tav>
                                      </p:tavLst>
                                    </p:anim>
                                    <p:anim calcmode="lin" valueType="num">
                                      <p:cBhvr additive="base">
                                        <p:cTn id="58" dur="250" fill="hold"/>
                                        <p:tgtEl>
                                          <p:spTgt spid="13"/>
                                        </p:tgtEl>
                                        <p:attrNameLst>
                                          <p:attrName>ppt_y</p:attrName>
                                        </p:attrNameLst>
                                      </p:cBhvr>
                                      <p:tavLst>
                                        <p:tav tm="0">
                                          <p:val>
                                            <p:strVal val="1+#ppt_h/2"/>
                                          </p:val>
                                        </p:tav>
                                        <p:tav tm="100000">
                                          <p:val>
                                            <p:strVal val="#ppt_y"/>
                                          </p:val>
                                        </p:tav>
                                      </p:tavLst>
                                    </p:anim>
                                  </p:childTnLst>
                                </p:cTn>
                              </p:par>
                            </p:childTnLst>
                          </p:cTn>
                        </p:par>
                        <p:par>
                          <p:cTn id="59" fill="hold">
                            <p:stCondLst>
                              <p:cond delay="5500"/>
                            </p:stCondLst>
                            <p:childTnLst>
                              <p:par>
                                <p:cTn id="60" presetID="2" presetClass="entr" presetSubtype="4" fill="hold" nodeType="afterEffect">
                                  <p:stCondLst>
                                    <p:cond delay="0"/>
                                  </p:stCondLst>
                                  <p:childTnLst>
                                    <p:set>
                                      <p:cBhvr>
                                        <p:cTn id="61" dur="1" fill="hold">
                                          <p:stCondLst>
                                            <p:cond delay="0"/>
                                          </p:stCondLst>
                                        </p:cTn>
                                        <p:tgtEl>
                                          <p:spTgt spid="23"/>
                                        </p:tgtEl>
                                        <p:attrNameLst>
                                          <p:attrName>style.visibility</p:attrName>
                                        </p:attrNameLst>
                                      </p:cBhvr>
                                      <p:to>
                                        <p:strVal val="visible"/>
                                      </p:to>
                                    </p:set>
                                    <p:anim calcmode="lin" valueType="num">
                                      <p:cBhvr additive="base">
                                        <p:cTn id="62" dur="250" fill="hold"/>
                                        <p:tgtEl>
                                          <p:spTgt spid="23"/>
                                        </p:tgtEl>
                                        <p:attrNameLst>
                                          <p:attrName>ppt_x</p:attrName>
                                        </p:attrNameLst>
                                      </p:cBhvr>
                                      <p:tavLst>
                                        <p:tav tm="0">
                                          <p:val>
                                            <p:strVal val="#ppt_x"/>
                                          </p:val>
                                        </p:tav>
                                        <p:tav tm="100000">
                                          <p:val>
                                            <p:strVal val="#ppt_x"/>
                                          </p:val>
                                        </p:tav>
                                      </p:tavLst>
                                    </p:anim>
                                    <p:anim calcmode="lin" valueType="num">
                                      <p:cBhvr additive="base">
                                        <p:cTn id="63" dur="250" fill="hold"/>
                                        <p:tgtEl>
                                          <p:spTgt spid="23"/>
                                        </p:tgtEl>
                                        <p:attrNameLst>
                                          <p:attrName>ppt_y</p:attrName>
                                        </p:attrNameLst>
                                      </p:cBhvr>
                                      <p:tavLst>
                                        <p:tav tm="0">
                                          <p:val>
                                            <p:strVal val="1+#ppt_h/2"/>
                                          </p:val>
                                        </p:tav>
                                        <p:tav tm="100000">
                                          <p:val>
                                            <p:strVal val="#ppt_y"/>
                                          </p:val>
                                        </p:tav>
                                      </p:tavLst>
                                    </p:anim>
                                  </p:childTnLst>
                                </p:cTn>
                              </p:par>
                            </p:childTnLst>
                          </p:cTn>
                        </p:par>
                        <p:par>
                          <p:cTn id="64" fill="hold">
                            <p:stCondLst>
                              <p:cond delay="6000"/>
                            </p:stCondLst>
                            <p:childTnLst>
                              <p:par>
                                <p:cTn id="65" presetID="2" presetClass="entr" presetSubtype="4" fill="hold" grpId="0" nodeType="afterEffect">
                                  <p:stCondLst>
                                    <p:cond delay="0"/>
                                  </p:stCondLst>
                                  <p:childTnLst>
                                    <p:set>
                                      <p:cBhvr>
                                        <p:cTn id="66" dur="1" fill="hold">
                                          <p:stCondLst>
                                            <p:cond delay="0"/>
                                          </p:stCondLst>
                                        </p:cTn>
                                        <p:tgtEl>
                                          <p:spTgt spid="19"/>
                                        </p:tgtEl>
                                        <p:attrNameLst>
                                          <p:attrName>style.visibility</p:attrName>
                                        </p:attrNameLst>
                                      </p:cBhvr>
                                      <p:to>
                                        <p:strVal val="visible"/>
                                      </p:to>
                                    </p:set>
                                    <p:anim calcmode="lin" valueType="num">
                                      <p:cBhvr additive="base">
                                        <p:cTn id="67" dur="250" fill="hold"/>
                                        <p:tgtEl>
                                          <p:spTgt spid="19"/>
                                        </p:tgtEl>
                                        <p:attrNameLst>
                                          <p:attrName>ppt_x</p:attrName>
                                        </p:attrNameLst>
                                      </p:cBhvr>
                                      <p:tavLst>
                                        <p:tav tm="0">
                                          <p:val>
                                            <p:strVal val="#ppt_x"/>
                                          </p:val>
                                        </p:tav>
                                        <p:tav tm="100000">
                                          <p:val>
                                            <p:strVal val="#ppt_x"/>
                                          </p:val>
                                        </p:tav>
                                      </p:tavLst>
                                    </p:anim>
                                    <p:anim calcmode="lin" valueType="num">
                                      <p:cBhvr additive="base">
                                        <p:cTn id="68" dur="250" fill="hold"/>
                                        <p:tgtEl>
                                          <p:spTgt spid="19"/>
                                        </p:tgtEl>
                                        <p:attrNameLst>
                                          <p:attrName>ppt_y</p:attrName>
                                        </p:attrNameLst>
                                      </p:cBhvr>
                                      <p:tavLst>
                                        <p:tav tm="0">
                                          <p:val>
                                            <p:strVal val="1+#ppt_h/2"/>
                                          </p:val>
                                        </p:tav>
                                        <p:tav tm="100000">
                                          <p:val>
                                            <p:strVal val="#ppt_y"/>
                                          </p:val>
                                        </p:tav>
                                      </p:tavLst>
                                    </p:anim>
                                  </p:childTnLst>
                                </p:cTn>
                              </p:par>
                            </p:childTnLst>
                          </p:cTn>
                        </p:par>
                        <p:par>
                          <p:cTn id="69" fill="hold">
                            <p:stCondLst>
                              <p:cond delay="6500"/>
                            </p:stCondLst>
                            <p:childTnLst>
                              <p:par>
                                <p:cTn id="70" presetID="2" presetClass="entr" presetSubtype="4" fill="hold" grpId="0" nodeType="afterEffect">
                                  <p:stCondLst>
                                    <p:cond delay="0"/>
                                  </p:stCondLst>
                                  <p:childTnLst>
                                    <p:set>
                                      <p:cBhvr>
                                        <p:cTn id="71" dur="1" fill="hold">
                                          <p:stCondLst>
                                            <p:cond delay="0"/>
                                          </p:stCondLst>
                                        </p:cTn>
                                        <p:tgtEl>
                                          <p:spTgt spid="14"/>
                                        </p:tgtEl>
                                        <p:attrNameLst>
                                          <p:attrName>style.visibility</p:attrName>
                                        </p:attrNameLst>
                                      </p:cBhvr>
                                      <p:to>
                                        <p:strVal val="visible"/>
                                      </p:to>
                                    </p:set>
                                    <p:anim calcmode="lin" valueType="num">
                                      <p:cBhvr additive="base">
                                        <p:cTn id="72" dur="250" fill="hold"/>
                                        <p:tgtEl>
                                          <p:spTgt spid="14"/>
                                        </p:tgtEl>
                                        <p:attrNameLst>
                                          <p:attrName>ppt_x</p:attrName>
                                        </p:attrNameLst>
                                      </p:cBhvr>
                                      <p:tavLst>
                                        <p:tav tm="0">
                                          <p:val>
                                            <p:strVal val="#ppt_x"/>
                                          </p:val>
                                        </p:tav>
                                        <p:tav tm="100000">
                                          <p:val>
                                            <p:strVal val="#ppt_x"/>
                                          </p:val>
                                        </p:tav>
                                      </p:tavLst>
                                    </p:anim>
                                    <p:anim calcmode="lin" valueType="num">
                                      <p:cBhvr additive="base">
                                        <p:cTn id="73" dur="250" fill="hold"/>
                                        <p:tgtEl>
                                          <p:spTgt spid="14"/>
                                        </p:tgtEl>
                                        <p:attrNameLst>
                                          <p:attrName>ppt_y</p:attrName>
                                        </p:attrNameLst>
                                      </p:cBhvr>
                                      <p:tavLst>
                                        <p:tav tm="0">
                                          <p:val>
                                            <p:strVal val="1+#ppt_h/2"/>
                                          </p:val>
                                        </p:tav>
                                        <p:tav tm="100000">
                                          <p:val>
                                            <p:strVal val="#ppt_y"/>
                                          </p:val>
                                        </p:tav>
                                      </p:tavLst>
                                    </p:anim>
                                  </p:childTnLst>
                                </p:cTn>
                              </p:par>
                            </p:childTnLst>
                          </p:cTn>
                        </p:par>
                        <p:par>
                          <p:cTn id="74" fill="hold">
                            <p:stCondLst>
                              <p:cond delay="7000"/>
                            </p:stCondLst>
                            <p:childTnLst>
                              <p:par>
                                <p:cTn id="75" presetID="2" presetClass="entr" presetSubtype="4" fill="hold" nodeType="afterEffect">
                                  <p:stCondLst>
                                    <p:cond delay="0"/>
                                  </p:stCondLst>
                                  <p:childTnLst>
                                    <p:set>
                                      <p:cBhvr>
                                        <p:cTn id="76" dur="1" fill="hold">
                                          <p:stCondLst>
                                            <p:cond delay="0"/>
                                          </p:stCondLst>
                                        </p:cTn>
                                        <p:tgtEl>
                                          <p:spTgt spid="24"/>
                                        </p:tgtEl>
                                        <p:attrNameLst>
                                          <p:attrName>style.visibility</p:attrName>
                                        </p:attrNameLst>
                                      </p:cBhvr>
                                      <p:to>
                                        <p:strVal val="visible"/>
                                      </p:to>
                                    </p:set>
                                    <p:anim calcmode="lin" valueType="num">
                                      <p:cBhvr additive="base">
                                        <p:cTn id="77" dur="250" fill="hold"/>
                                        <p:tgtEl>
                                          <p:spTgt spid="24"/>
                                        </p:tgtEl>
                                        <p:attrNameLst>
                                          <p:attrName>ppt_x</p:attrName>
                                        </p:attrNameLst>
                                      </p:cBhvr>
                                      <p:tavLst>
                                        <p:tav tm="0">
                                          <p:val>
                                            <p:strVal val="#ppt_x"/>
                                          </p:val>
                                        </p:tav>
                                        <p:tav tm="100000">
                                          <p:val>
                                            <p:strVal val="#ppt_x"/>
                                          </p:val>
                                        </p:tav>
                                      </p:tavLst>
                                    </p:anim>
                                    <p:anim calcmode="lin" valueType="num">
                                      <p:cBhvr additive="base">
                                        <p:cTn id="78" dur="250" fill="hold"/>
                                        <p:tgtEl>
                                          <p:spTgt spid="24"/>
                                        </p:tgtEl>
                                        <p:attrNameLst>
                                          <p:attrName>ppt_y</p:attrName>
                                        </p:attrNameLst>
                                      </p:cBhvr>
                                      <p:tavLst>
                                        <p:tav tm="0">
                                          <p:val>
                                            <p:strVal val="1+#ppt_h/2"/>
                                          </p:val>
                                        </p:tav>
                                        <p:tav tm="100000">
                                          <p:val>
                                            <p:strVal val="#ppt_y"/>
                                          </p:val>
                                        </p:tav>
                                      </p:tavLst>
                                    </p:anim>
                                  </p:childTnLst>
                                </p:cTn>
                              </p:par>
                            </p:childTnLst>
                          </p:cTn>
                        </p:par>
                        <p:par>
                          <p:cTn id="79" fill="hold">
                            <p:stCondLst>
                              <p:cond delay="7500"/>
                            </p:stCondLst>
                            <p:childTnLst>
                              <p:par>
                                <p:cTn id="80" presetID="2" presetClass="entr" presetSubtype="4" fill="hold" grpId="0" nodeType="afterEffect">
                                  <p:stCondLst>
                                    <p:cond delay="0"/>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250" fill="hold"/>
                                        <p:tgtEl>
                                          <p:spTgt spid="17"/>
                                        </p:tgtEl>
                                        <p:attrNameLst>
                                          <p:attrName>ppt_x</p:attrName>
                                        </p:attrNameLst>
                                      </p:cBhvr>
                                      <p:tavLst>
                                        <p:tav tm="0">
                                          <p:val>
                                            <p:strVal val="#ppt_x"/>
                                          </p:val>
                                        </p:tav>
                                        <p:tav tm="100000">
                                          <p:val>
                                            <p:strVal val="#ppt_x"/>
                                          </p:val>
                                        </p:tav>
                                      </p:tavLst>
                                    </p:anim>
                                    <p:anim calcmode="lin" valueType="num">
                                      <p:cBhvr additive="base">
                                        <p:cTn id="83" dur="250" fill="hold"/>
                                        <p:tgtEl>
                                          <p:spTgt spid="17"/>
                                        </p:tgtEl>
                                        <p:attrNameLst>
                                          <p:attrName>ppt_y</p:attrName>
                                        </p:attrNameLst>
                                      </p:cBhvr>
                                      <p:tavLst>
                                        <p:tav tm="0">
                                          <p:val>
                                            <p:strVal val="1+#ppt_h/2"/>
                                          </p:val>
                                        </p:tav>
                                        <p:tav tm="100000">
                                          <p:val>
                                            <p:strVal val="#ppt_y"/>
                                          </p:val>
                                        </p:tav>
                                      </p:tavLst>
                                    </p:anim>
                                  </p:childTnLst>
                                </p:cTn>
                              </p:par>
                            </p:childTnLst>
                          </p:cTn>
                        </p:par>
                        <p:par>
                          <p:cTn id="84" fill="hold">
                            <p:stCondLst>
                              <p:cond delay="8000"/>
                            </p:stCondLst>
                            <p:childTnLst>
                              <p:par>
                                <p:cTn id="85" presetID="2" presetClass="entr" presetSubtype="4" fill="hold" grpId="0" nodeType="afterEffect">
                                  <p:stCondLst>
                                    <p:cond delay="0"/>
                                  </p:stCondLst>
                                  <p:childTnLst>
                                    <p:set>
                                      <p:cBhvr>
                                        <p:cTn id="86" dur="1" fill="hold">
                                          <p:stCondLst>
                                            <p:cond delay="0"/>
                                          </p:stCondLst>
                                        </p:cTn>
                                        <p:tgtEl>
                                          <p:spTgt spid="25"/>
                                        </p:tgtEl>
                                        <p:attrNameLst>
                                          <p:attrName>style.visibility</p:attrName>
                                        </p:attrNameLst>
                                      </p:cBhvr>
                                      <p:to>
                                        <p:strVal val="visible"/>
                                      </p:to>
                                    </p:set>
                                    <p:anim calcmode="lin" valueType="num">
                                      <p:cBhvr additive="base">
                                        <p:cTn id="87" dur="250" fill="hold"/>
                                        <p:tgtEl>
                                          <p:spTgt spid="25"/>
                                        </p:tgtEl>
                                        <p:attrNameLst>
                                          <p:attrName>ppt_x</p:attrName>
                                        </p:attrNameLst>
                                      </p:cBhvr>
                                      <p:tavLst>
                                        <p:tav tm="0">
                                          <p:val>
                                            <p:strVal val="#ppt_x"/>
                                          </p:val>
                                        </p:tav>
                                        <p:tav tm="100000">
                                          <p:val>
                                            <p:strVal val="#ppt_x"/>
                                          </p:val>
                                        </p:tav>
                                      </p:tavLst>
                                    </p:anim>
                                    <p:anim calcmode="lin" valueType="num">
                                      <p:cBhvr additive="base">
                                        <p:cTn id="88" dur="250" fill="hold"/>
                                        <p:tgtEl>
                                          <p:spTgt spid="25"/>
                                        </p:tgtEl>
                                        <p:attrNameLst>
                                          <p:attrName>ppt_y</p:attrName>
                                        </p:attrNameLst>
                                      </p:cBhvr>
                                      <p:tavLst>
                                        <p:tav tm="0">
                                          <p:val>
                                            <p:strVal val="1+#ppt_h/2"/>
                                          </p:val>
                                        </p:tav>
                                        <p:tav tm="100000">
                                          <p:val>
                                            <p:strVal val="#ppt_y"/>
                                          </p:val>
                                        </p:tav>
                                      </p:tavLst>
                                    </p:anim>
                                  </p:childTnLst>
                                </p:cTn>
                              </p:par>
                            </p:childTnLst>
                          </p:cTn>
                        </p:par>
                        <p:par>
                          <p:cTn id="89" fill="hold">
                            <p:stCondLst>
                              <p:cond delay="8500"/>
                            </p:stCondLst>
                            <p:childTnLst>
                              <p:par>
                                <p:cTn id="90" presetID="2" presetClass="entr" presetSubtype="4" fill="hold" nodeType="afterEffect">
                                  <p:stCondLst>
                                    <p:cond delay="0"/>
                                  </p:stCondLst>
                                  <p:childTnLst>
                                    <p:set>
                                      <p:cBhvr>
                                        <p:cTn id="91" dur="1" fill="hold">
                                          <p:stCondLst>
                                            <p:cond delay="0"/>
                                          </p:stCondLst>
                                        </p:cTn>
                                        <p:tgtEl>
                                          <p:spTgt spid="26"/>
                                        </p:tgtEl>
                                        <p:attrNameLst>
                                          <p:attrName>style.visibility</p:attrName>
                                        </p:attrNameLst>
                                      </p:cBhvr>
                                      <p:to>
                                        <p:strVal val="visible"/>
                                      </p:to>
                                    </p:set>
                                    <p:anim calcmode="lin" valueType="num">
                                      <p:cBhvr additive="base">
                                        <p:cTn id="92" dur="250" fill="hold"/>
                                        <p:tgtEl>
                                          <p:spTgt spid="26"/>
                                        </p:tgtEl>
                                        <p:attrNameLst>
                                          <p:attrName>ppt_x</p:attrName>
                                        </p:attrNameLst>
                                      </p:cBhvr>
                                      <p:tavLst>
                                        <p:tav tm="0">
                                          <p:val>
                                            <p:strVal val="#ppt_x"/>
                                          </p:val>
                                        </p:tav>
                                        <p:tav tm="100000">
                                          <p:val>
                                            <p:strVal val="#ppt_x"/>
                                          </p:val>
                                        </p:tav>
                                      </p:tavLst>
                                    </p:anim>
                                    <p:anim calcmode="lin" valueType="num">
                                      <p:cBhvr additive="base">
                                        <p:cTn id="93" dur="250" fill="hold"/>
                                        <p:tgtEl>
                                          <p:spTgt spid="26"/>
                                        </p:tgtEl>
                                        <p:attrNameLst>
                                          <p:attrName>ppt_y</p:attrName>
                                        </p:attrNameLst>
                                      </p:cBhvr>
                                      <p:tavLst>
                                        <p:tav tm="0">
                                          <p:val>
                                            <p:strVal val="1+#ppt_h/2"/>
                                          </p:val>
                                        </p:tav>
                                        <p:tav tm="100000">
                                          <p:val>
                                            <p:strVal val="#ppt_y"/>
                                          </p:val>
                                        </p:tav>
                                      </p:tavLst>
                                    </p:anim>
                                  </p:childTnLst>
                                </p:cTn>
                              </p:par>
                            </p:childTnLst>
                          </p:cTn>
                        </p:par>
                        <p:par>
                          <p:cTn id="94" fill="hold">
                            <p:stCondLst>
                              <p:cond delay="9000"/>
                            </p:stCondLst>
                            <p:childTnLst>
                              <p:par>
                                <p:cTn id="95" presetID="2" presetClass="entr" presetSubtype="4" fill="hold" grpId="0" nodeType="afterEffect">
                                  <p:stCondLst>
                                    <p:cond delay="0"/>
                                  </p:stCondLst>
                                  <p:childTnLst>
                                    <p:set>
                                      <p:cBhvr>
                                        <p:cTn id="96" dur="1" fill="hold">
                                          <p:stCondLst>
                                            <p:cond delay="0"/>
                                          </p:stCondLst>
                                        </p:cTn>
                                        <p:tgtEl>
                                          <p:spTgt spid="27"/>
                                        </p:tgtEl>
                                        <p:attrNameLst>
                                          <p:attrName>style.visibility</p:attrName>
                                        </p:attrNameLst>
                                      </p:cBhvr>
                                      <p:to>
                                        <p:strVal val="visible"/>
                                      </p:to>
                                    </p:set>
                                    <p:anim calcmode="lin" valueType="num">
                                      <p:cBhvr additive="base">
                                        <p:cTn id="97" dur="250" fill="hold"/>
                                        <p:tgtEl>
                                          <p:spTgt spid="27"/>
                                        </p:tgtEl>
                                        <p:attrNameLst>
                                          <p:attrName>ppt_x</p:attrName>
                                        </p:attrNameLst>
                                      </p:cBhvr>
                                      <p:tavLst>
                                        <p:tav tm="0">
                                          <p:val>
                                            <p:strVal val="#ppt_x"/>
                                          </p:val>
                                        </p:tav>
                                        <p:tav tm="100000">
                                          <p:val>
                                            <p:strVal val="#ppt_x"/>
                                          </p:val>
                                        </p:tav>
                                      </p:tavLst>
                                    </p:anim>
                                    <p:anim calcmode="lin" valueType="num">
                                      <p:cBhvr additive="base">
                                        <p:cTn id="98" dur="250" fill="hold"/>
                                        <p:tgtEl>
                                          <p:spTgt spid="27"/>
                                        </p:tgtEl>
                                        <p:attrNameLst>
                                          <p:attrName>ppt_y</p:attrName>
                                        </p:attrNameLst>
                                      </p:cBhvr>
                                      <p:tavLst>
                                        <p:tav tm="0">
                                          <p:val>
                                            <p:strVal val="1+#ppt_h/2"/>
                                          </p:val>
                                        </p:tav>
                                        <p:tav tm="100000">
                                          <p:val>
                                            <p:strVal val="#ppt_y"/>
                                          </p:val>
                                        </p:tav>
                                      </p:tavLst>
                                    </p:anim>
                                  </p:childTnLst>
                                </p:cTn>
                              </p:par>
                            </p:childTnLst>
                          </p:cTn>
                        </p:par>
                        <p:par>
                          <p:cTn id="99" fill="hold">
                            <p:stCondLst>
                              <p:cond delay="9500"/>
                            </p:stCondLst>
                            <p:childTnLst>
                              <p:par>
                                <p:cTn id="100" presetID="2" presetClass="entr" presetSubtype="4" fill="hold" nodeType="afterEffect">
                                  <p:stCondLst>
                                    <p:cond delay="0"/>
                                  </p:stCondLst>
                                  <p:childTnLst>
                                    <p:set>
                                      <p:cBhvr>
                                        <p:cTn id="101" dur="1" fill="hold">
                                          <p:stCondLst>
                                            <p:cond delay="0"/>
                                          </p:stCondLst>
                                        </p:cTn>
                                        <p:tgtEl>
                                          <p:spTgt spid="28"/>
                                        </p:tgtEl>
                                        <p:attrNameLst>
                                          <p:attrName>style.visibility</p:attrName>
                                        </p:attrNameLst>
                                      </p:cBhvr>
                                      <p:to>
                                        <p:strVal val="visible"/>
                                      </p:to>
                                    </p:set>
                                    <p:anim calcmode="lin" valueType="num">
                                      <p:cBhvr additive="base">
                                        <p:cTn id="102" dur="250" fill="hold"/>
                                        <p:tgtEl>
                                          <p:spTgt spid="28"/>
                                        </p:tgtEl>
                                        <p:attrNameLst>
                                          <p:attrName>ppt_x</p:attrName>
                                        </p:attrNameLst>
                                      </p:cBhvr>
                                      <p:tavLst>
                                        <p:tav tm="0">
                                          <p:val>
                                            <p:strVal val="#ppt_x"/>
                                          </p:val>
                                        </p:tav>
                                        <p:tav tm="100000">
                                          <p:val>
                                            <p:strVal val="#ppt_x"/>
                                          </p:val>
                                        </p:tav>
                                      </p:tavLst>
                                    </p:anim>
                                    <p:anim calcmode="lin" valueType="num">
                                      <p:cBhvr additive="base">
                                        <p:cTn id="103" dur="250" fill="hold"/>
                                        <p:tgtEl>
                                          <p:spTgt spid="28"/>
                                        </p:tgtEl>
                                        <p:attrNameLst>
                                          <p:attrName>ppt_y</p:attrName>
                                        </p:attrNameLst>
                                      </p:cBhvr>
                                      <p:tavLst>
                                        <p:tav tm="0">
                                          <p:val>
                                            <p:strVal val="1+#ppt_h/2"/>
                                          </p:val>
                                        </p:tav>
                                        <p:tav tm="100000">
                                          <p:val>
                                            <p:strVal val="#ppt_y"/>
                                          </p:val>
                                        </p:tav>
                                      </p:tavLst>
                                    </p:anim>
                                  </p:childTnLst>
                                </p:cTn>
                              </p:par>
                            </p:childTnLst>
                          </p:cTn>
                        </p:par>
                        <p:par>
                          <p:cTn id="104" fill="hold">
                            <p:stCondLst>
                              <p:cond delay="10000"/>
                            </p:stCondLst>
                            <p:childTnLst>
                              <p:par>
                                <p:cTn id="105" presetID="2" presetClass="entr" presetSubtype="4" fill="hold" grpId="0" nodeType="afterEffect">
                                  <p:stCondLst>
                                    <p:cond delay="0"/>
                                  </p:stCondLst>
                                  <p:childTnLst>
                                    <p:set>
                                      <p:cBhvr>
                                        <p:cTn id="106" dur="1" fill="hold">
                                          <p:stCondLst>
                                            <p:cond delay="0"/>
                                          </p:stCondLst>
                                        </p:cTn>
                                        <p:tgtEl>
                                          <p:spTgt spid="29"/>
                                        </p:tgtEl>
                                        <p:attrNameLst>
                                          <p:attrName>style.visibility</p:attrName>
                                        </p:attrNameLst>
                                      </p:cBhvr>
                                      <p:to>
                                        <p:strVal val="visible"/>
                                      </p:to>
                                    </p:set>
                                    <p:anim calcmode="lin" valueType="num">
                                      <p:cBhvr additive="base">
                                        <p:cTn id="107" dur="250" fill="hold"/>
                                        <p:tgtEl>
                                          <p:spTgt spid="29"/>
                                        </p:tgtEl>
                                        <p:attrNameLst>
                                          <p:attrName>ppt_x</p:attrName>
                                        </p:attrNameLst>
                                      </p:cBhvr>
                                      <p:tavLst>
                                        <p:tav tm="0">
                                          <p:val>
                                            <p:strVal val="#ppt_x"/>
                                          </p:val>
                                        </p:tav>
                                        <p:tav tm="100000">
                                          <p:val>
                                            <p:strVal val="#ppt_x"/>
                                          </p:val>
                                        </p:tav>
                                      </p:tavLst>
                                    </p:anim>
                                    <p:anim calcmode="lin" valueType="num">
                                      <p:cBhvr additive="base">
                                        <p:cTn id="108" dur="250" fill="hold"/>
                                        <p:tgtEl>
                                          <p:spTgt spid="29"/>
                                        </p:tgtEl>
                                        <p:attrNameLst>
                                          <p:attrName>ppt_y</p:attrName>
                                        </p:attrNameLst>
                                      </p:cBhvr>
                                      <p:tavLst>
                                        <p:tav tm="0">
                                          <p:val>
                                            <p:strVal val="1+#ppt_h/2"/>
                                          </p:val>
                                        </p:tav>
                                        <p:tav tm="100000">
                                          <p:val>
                                            <p:strVal val="#ppt_y"/>
                                          </p:val>
                                        </p:tav>
                                      </p:tavLst>
                                    </p:anim>
                                  </p:childTnLst>
                                </p:cTn>
                              </p:par>
                            </p:childTnLst>
                          </p:cTn>
                        </p:par>
                        <p:par>
                          <p:cTn id="109" fill="hold">
                            <p:stCondLst>
                              <p:cond delay="10500"/>
                            </p:stCondLst>
                            <p:childTnLst>
                              <p:par>
                                <p:cTn id="110" presetID="2" presetClass="entr" presetSubtype="4" fill="hold" grpId="0" nodeType="afterEffect">
                                  <p:stCondLst>
                                    <p:cond delay="0"/>
                                  </p:stCondLst>
                                  <p:childTnLst>
                                    <p:set>
                                      <p:cBhvr>
                                        <p:cTn id="111" dur="1" fill="hold">
                                          <p:stCondLst>
                                            <p:cond delay="0"/>
                                          </p:stCondLst>
                                        </p:cTn>
                                        <p:tgtEl>
                                          <p:spTgt spid="30"/>
                                        </p:tgtEl>
                                        <p:attrNameLst>
                                          <p:attrName>style.visibility</p:attrName>
                                        </p:attrNameLst>
                                      </p:cBhvr>
                                      <p:to>
                                        <p:strVal val="visible"/>
                                      </p:to>
                                    </p:set>
                                    <p:anim calcmode="lin" valueType="num">
                                      <p:cBhvr additive="base">
                                        <p:cTn id="112" dur="250" fill="hold"/>
                                        <p:tgtEl>
                                          <p:spTgt spid="30"/>
                                        </p:tgtEl>
                                        <p:attrNameLst>
                                          <p:attrName>ppt_x</p:attrName>
                                        </p:attrNameLst>
                                      </p:cBhvr>
                                      <p:tavLst>
                                        <p:tav tm="0">
                                          <p:val>
                                            <p:strVal val="#ppt_x"/>
                                          </p:val>
                                        </p:tav>
                                        <p:tav tm="100000">
                                          <p:val>
                                            <p:strVal val="#ppt_x"/>
                                          </p:val>
                                        </p:tav>
                                      </p:tavLst>
                                    </p:anim>
                                    <p:anim calcmode="lin" valueType="num">
                                      <p:cBhvr additive="base">
                                        <p:cTn id="113" dur="25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6" grpId="0" bldLvl="0" animBg="1"/>
      <p:bldP spid="13" grpId="0" bldLvl="0" animBg="1"/>
      <p:bldP spid="14" grpId="0" bldLvl="0" animBg="1"/>
      <p:bldP spid="15" grpId="0"/>
      <p:bldP spid="16" grpId="0"/>
      <p:bldP spid="17" grpId="0"/>
      <p:bldP spid="18" grpId="0"/>
      <p:bldP spid="19" grpId="0"/>
      <p:bldP spid="25" grpId="0" bldLvl="0" animBg="1"/>
      <p:bldP spid="27" grpId="0" bldLvl="0" animBg="1"/>
      <p:bldP spid="29" grpId="0"/>
      <p:bldP spid="3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a:p>
            <a:endParaRPr lang="zh-CN" altLang="en-US"/>
          </a:p>
          <a:p>
            <a:pPr marL="0" indent="0" algn="ctr">
              <a:buNone/>
            </a:pPr>
            <a:r>
              <a:rPr lang="en-US" altLang="zh-CN">
                <a:hlinkClick r:id="rId1" action="ppaction://hlinkfile"/>
              </a:rPr>
              <a:t>Samples </a:t>
            </a:r>
            <a:endParaRPr lang="en-US" altLang="zh-CN"/>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Learning Aids</a:t>
            </a:r>
            <a:endParaRPr lang="en-US" altLang="zh-CN"/>
          </a:p>
        </p:txBody>
      </p:sp>
      <p:sp>
        <p:nvSpPr>
          <p:cNvPr id="3" name="内容占位符 2"/>
          <p:cNvSpPr>
            <a:spLocks noGrp="1"/>
          </p:cNvSpPr>
          <p:nvPr>
            <p:ph idx="1"/>
          </p:nvPr>
        </p:nvSpPr>
        <p:spPr>
          <a:xfrm>
            <a:off x="467360" y="1268730"/>
            <a:ext cx="8398510" cy="5026025"/>
          </a:xfrm>
        </p:spPr>
        <p:txBody>
          <a:bodyPr/>
          <a:p>
            <a:pPr marL="0" indent="0">
              <a:buNone/>
            </a:pPr>
            <a:r>
              <a:rPr lang="en-US" altLang="zh-CN" sz="2400"/>
              <a:t>Tips for writing an application letter for academic exchange</a:t>
            </a:r>
            <a:endParaRPr lang="en-US" altLang="zh-CN" sz="2400"/>
          </a:p>
          <a:p>
            <a:r>
              <a:rPr lang="en-US" altLang="zh-CN" sz="2400"/>
              <a:t>1.Visit the websites of conferences/associations/societies before writing the application letter.</a:t>
            </a:r>
            <a:endParaRPr lang="en-US" altLang="zh-CN" sz="2400"/>
          </a:p>
          <a:p>
            <a:r>
              <a:rPr lang="en-US" altLang="zh-CN" sz="2400"/>
              <a:t>2.Refer to previous correspondence, if any.</a:t>
            </a:r>
            <a:endParaRPr lang="en-US" altLang="zh-CN" sz="2400"/>
          </a:p>
          <a:p>
            <a:r>
              <a:rPr lang="en-US" altLang="zh-CN" sz="2400"/>
              <a:t>3.Express your wish to attend the conference,to do research on somethingor to work in the laboratory as a researcher, a visiting scholar, etc.</a:t>
            </a:r>
            <a:endParaRPr lang="en-US" altLang="zh-CN" sz="2400"/>
          </a:p>
          <a:p>
            <a:r>
              <a:rPr lang="en-US" altLang="zh-CN" sz="2400"/>
              <a:t>4.Briefly introduce your previous research experience, ongoing research oryour center, institute, or laboratory.</a:t>
            </a:r>
            <a:endParaRPr lang="en-US" altLang="zh-CN" sz="2400"/>
          </a:p>
          <a:p>
            <a:r>
              <a:rPr lang="en-US" altLang="zh-CN" sz="2400"/>
              <a:t>5.Provide your academic qualifications and publications.</a:t>
            </a:r>
            <a:endParaRPr lang="en-US" altLang="zh-CN" sz="2400"/>
          </a:p>
          <a:p>
            <a:pPr marL="0" indent="0">
              <a:buNone/>
            </a:pPr>
            <a:endParaRPr lang="en-US" altLang="zh-CN"/>
          </a:p>
        </p:txBody>
      </p:sp>
    </p:spTree>
  </p:cSld>
  <p:clrMapOvr>
    <a:masterClrMapping/>
  </p:clrMapOvr>
</p:sld>
</file>

<file path=ppt/tags/tag1.xml><?xml version="1.0" encoding="utf-8"?>
<p:tagLst xmlns:p="http://schemas.openxmlformats.org/presentationml/2006/main">
  <p:tag name="KSO_WM_UNIT_TYPE" val="i"/>
  <p:tag name="KSO_WM_UNIT_INDEX" val="4"/>
  <p:tag name="KSO_WM_BEAUTIFY_FLAG" val="#wm#"/>
  <p:tag name="KSO_WM_TAG_VERSION" val="3.0"/>
  <p:tag name="KSO_WM_UNIT_ID" val="_4*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xml><?xml version="1.0" encoding="utf-8"?>
<p:tagLst xmlns:p="http://schemas.openxmlformats.org/presentationml/2006/main">
  <p:tag name="KSO_WM_UNIT_TYPE" val="i"/>
  <p:tag name="KSO_WM_UNIT_INDEX" val="1"/>
  <p:tag name="KSO_WM_BEAUTIFY_FLAG" val="#wm#"/>
  <p:tag name="KSO_WM_TAG_VERSION" val="3.0"/>
  <p:tag name="KSO_WM_UNIT_ID" val="_4*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xml><?xml version="1.0" encoding="utf-8"?>
<p:tagLst xmlns:p="http://schemas.openxmlformats.org/presentationml/2006/main">
  <p:tag name="KSO_WM_UNIT_TYPE" val="i"/>
  <p:tag name="KSO_WM_UNIT_INDEX" val="2"/>
  <p:tag name="KSO_WM_BEAUTIFY_FLAG" val="#wm#"/>
  <p:tag name="KSO_WM_TAG_VERSION" val="3.0"/>
  <p:tag name="KSO_WM_UNIT_ID" val="_4*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xml><?xml version="1.0" encoding="utf-8"?>
<p:tagLst xmlns:p="http://schemas.openxmlformats.org/presentationml/2006/main">
  <p:tag name="KSO_WM_UNIT_TYPE" val="i"/>
  <p:tag name="KSO_WM_UNIT_INDEX" val="3"/>
  <p:tag name="KSO_WM_BEAUTIFY_FLAG" val="#wm#"/>
  <p:tag name="KSO_WM_TAG_VERSION" val="3.0"/>
  <p:tag name="KSO_WM_UNIT_ID" val="_4*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6"/>
</p:tagLst>
</file>

<file path=ppt/tags/tag6.xml><?xml version="1.0" encoding="utf-8"?>
<p:tagLst xmlns:p="http://schemas.openxmlformats.org/presentationml/2006/main">
  <p:tag name="KSO_WM_UNIT_TYPE" val="e"/>
  <p:tag name="KSO_WM_UNIT_INDEX" val="1"/>
  <p:tag name="KSO_WM_BEAUTIFY_FLAG" val="#wm#"/>
  <p:tag name="KSO_WM_TAG_VERSION" val="3.0"/>
  <p:tag name="KSO_WM_UNIT_PRESET_TEXT" val="节编号"/>
  <p:tag name="KSO_WM_UNIT_ID" val="_4*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10"/>
</p:tagLst>
</file>

<file path=ppt/tags/tag7.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40498841"/>
</p:tagLst>
</file>

<file path=ppt/tags/tag11.xml><?xml version="1.0" encoding="utf-8"?>
<p:tagLst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TEMPLATE_CATEGORY" val="custom"/>
  <p:tag name="KSO_WM_TEMPLATE_INDEX" val="40498841"/>
</p:tagLst>
</file>

<file path=ppt/tags/tag12.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xml><?xml version="1.0" encoding="utf-8"?>
<p:tagLst xmlns:p="http://schemas.openxmlformats.org/presentationml/2006/main">
  <p:tag name="KSO_WM_UNIT_TYPE" val="i"/>
  <p:tag name="KSO_WM_UNIT_INDEX" val="1"/>
  <p:tag name="KSO_WM_BEAUTIFY_FLAG" val="#wm#"/>
  <p:tag name="KSO_WM_TAG_VERSION" val="3.0"/>
  <p:tag name="KSO_WM_UNIT_ID" val="_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xml><?xml version="1.0" encoding="utf-8"?>
<p:tagLst xmlns:p="http://schemas.openxmlformats.org/presentationml/2006/main">
  <p:tag name="KSO_WM_UNIT_TYPE" val="i"/>
  <p:tag name="KSO_WM_UNIT_INDEX" val="2"/>
  <p:tag name="KSO_WM_BEAUTIFY_FLAG" val="#wm#"/>
  <p:tag name="KSO_WM_TAG_VERSION" val="3.0"/>
  <p:tag name="KSO_WM_UNIT_ID" val="_0*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xml><?xml version="1.0" encoding="utf-8"?>
<p:tagLst xmlns:p="http://schemas.openxmlformats.org/presentationml/2006/main">
  <p:tag name="KSO_WM_UNIT_TYPE" val="i"/>
  <p:tag name="KSO_WM_UNIT_INDEX" val="3"/>
  <p:tag name="KSO_WM_BEAUTIFY_FLAG" val="#wm#"/>
  <p:tag name="KSO_WM_TAG_VERSION" val="3.0"/>
  <p:tag name="KSO_WM_UNIT_ID" val="_0*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xml><?xml version="1.0" encoding="utf-8"?>
<p:tagLst xmlns:p="http://schemas.openxmlformats.org/presentationml/2006/main">
  <p:tag name="KSO_WM_UNIT_TYPE" val="i"/>
  <p:tag name="KSO_WM_UNIT_INDEX" val="4"/>
  <p:tag name="KSO_WM_BEAUTIFY_FLAG" val="#wm#"/>
  <p:tag name="KSO_WM_TAG_VERSION" val="3.0"/>
  <p:tag name="KSO_WM_UNIT_ID" val="_0*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xml><?xml version="1.0" encoding="utf-8"?>
<p:tagLst xmlns:p="http://schemas.openxmlformats.org/presentationml/2006/main">
  <p:tag name="KSO_WM_TEMPLATE_SUBCATEGORY" val="29"/>
  <p:tag name="KSO_WM_TEMPLATE_COLOR_TYPE" val="0"/>
  <p:tag name="KSO_WM_TAG_VERSION" val="3.0"/>
  <p:tag name="KSO_WM_TEMPLATE_THUMBS_INDEX" val="1、9"/>
  <p:tag name="KSO_WM_BEAUTIFY_FLAG" val="#wm#"/>
  <p:tag name="KSO_WM_TEMPLATE_INDEX" val="40498841"/>
  <p:tag name="KSO_WM_TEMPLATE_CATEGORY" val="custom"/>
  <p:tag name="KSO_WM_TEMPLATE_MASTER_TYPE" val="0"/>
</p:tagLst>
</file>

<file path=ppt/tags/tag20.xml><?xml version="1.0" encoding="utf-8"?>
<p:tagLst xmlns:p="http://schemas.openxmlformats.org/presentationml/2006/main">
  <p:tag name="KSO_WM_UNIT_TYPE" val="a"/>
  <p:tag name="KSO_WM_UNIT_INDEX" val="1"/>
  <p:tag name="KSO_WM_BEAUTIFY_FLAG" val="#wm#"/>
  <p:tag name="KSO_WM_TAG_VERSION" val="3.0"/>
  <p:tag name="KSO_WM_UNIT_ID" val="custom40498841_7*a*1"/>
  <p:tag name="KSO_WM_UNIT_ISNUMDGMTITLE" val="0"/>
  <p:tag name="KSO_WM_UNIT_HIGHLIGHT" val="0"/>
  <p:tag name="KSO_WM_UNIT_COMPATIBLE" val="0"/>
  <p:tag name="KSO_WM_UNIT_DIAGRAM_ISNUMVISUAL" val="0"/>
  <p:tag name="KSO_WM_UNIT_DIAGRAM_ISREFERUNIT" val="0"/>
  <p:tag name="KSO_WM_UNIT_LAYERLEVEL" val="1"/>
  <p:tag name="KSO_WM_TEMPLATE_INDEX" val="40498841"/>
  <p:tag name="KSO_WM_TEMPLATE_CATEGORY" val="custom"/>
  <p:tag name="KSO_WM_UNIT_ISCONTENTSTITLE" val="0"/>
  <p:tag name="KSO_WM_UNIT_VALUE" val="16"/>
  <p:tag name="KSO_WM_UNIT_TEXT_TYPE" val="1"/>
  <p:tag name="KSO_WM_UNIT_NOCLEAR" val="0"/>
  <p:tag name="KSO_WM_UNIT_PRESET_TEXT" val="添加章节标题"/>
</p:tagLst>
</file>

<file path=ppt/tags/tag21.xml><?xml version="1.0" encoding="utf-8"?>
<p:tagLst xmlns:p="http://schemas.openxmlformats.org/presentationml/2006/main">
  <p:tag name="KSO_WM_UNIT_TYPE" val="e"/>
  <p:tag name="KSO_WM_UNIT_INDEX" val="1"/>
  <p:tag name="KSO_WM_BEAUTIFY_FLAG" val="#wm#"/>
  <p:tag name="KSO_WM_TAG_VERSION" val="3.0"/>
  <p:tag name="KSO_WM_UNIT_ID" val="custom40498841_7*e*1"/>
  <p:tag name="KSO_WM_UNIT_ISNUMDGMTITLE" val="0"/>
  <p:tag name="KSO_WM_UNIT_HIGHLIGHT" val="0"/>
  <p:tag name="KSO_WM_UNIT_COMPATIBLE" val="0"/>
  <p:tag name="KSO_WM_UNIT_DIAGRAM_ISNUMVISUAL" val="0"/>
  <p:tag name="KSO_WM_UNIT_DIAGRAM_ISREFERUNIT" val="0"/>
  <p:tag name="KSO_WM_UNIT_LAYERLEVEL" val="1"/>
  <p:tag name="KSO_WM_TEMPLATE_INDEX" val="40498841"/>
  <p:tag name="KSO_WM_TEMPLATE_CATEGORY" val="custom"/>
  <p:tag name="KSO_WM_UNIT_VALUE" val="10"/>
  <p:tag name="KSO_WM_UNIT_TEXT_TYPE" val="0"/>
  <p:tag name="KSO_WM_UNIT_NOCLEAR" val="1"/>
  <p:tag name="KSO_WM_UNIT_PRESET_TEXT" val="02"/>
</p:tagLst>
</file>

<file path=ppt/tags/tag22.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40498841"/>
  <p:tag name="KSO_WM_TEMPLATE_CATEGORY" val="custom"/>
  <p:tag name="KSO_WM_SLIDE_INDEX" val="7"/>
  <p:tag name="KSO_WM_SLIDE_ID" val="custom40498841_7"/>
  <p:tag name="KSO_WM_TEMPLATE_MASTER_TYPE" val="0"/>
  <p:tag name="KSO_WM_SLIDE_LAYOUT" val="a_e"/>
  <p:tag name="KSO_WM_SLIDE_LAYOUT_CNT" val="1_1"/>
</p:tagLst>
</file>

<file path=ppt/theme/theme1.xml><?xml version="1.0" encoding="utf-8"?>
<a:theme xmlns:a="http://schemas.openxmlformats.org/drawingml/2006/main" name="Sample presentation slides with animation">
  <a:themeElements>
    <a:clrScheme name="Sample presentation slides with animation 1">
      <a:dk1>
        <a:srgbClr val="1A1A70"/>
      </a:dk1>
      <a:lt1>
        <a:srgbClr val="FFFFFF"/>
      </a:lt1>
      <a:dk2>
        <a:srgbClr val="12449E"/>
      </a:dk2>
      <a:lt2>
        <a:srgbClr val="C0C0C0"/>
      </a:lt2>
      <a:accent1>
        <a:srgbClr val="3167D3"/>
      </a:accent1>
      <a:accent2>
        <a:srgbClr val="87A3E9"/>
      </a:accent2>
      <a:accent3>
        <a:srgbClr val="FFFFFF"/>
      </a:accent3>
      <a:accent4>
        <a:srgbClr val="14145F"/>
      </a:accent4>
      <a:accent5>
        <a:srgbClr val="ADB8E6"/>
      </a:accent5>
      <a:accent6>
        <a:srgbClr val="7A93D3"/>
      </a:accent6>
      <a:hlink>
        <a:srgbClr val="90B54D"/>
      </a:hlink>
      <a:folHlink>
        <a:srgbClr val="F6A23C"/>
      </a:folHlink>
    </a:clrScheme>
    <a:fontScheme name="Sample presentation slides with anim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Sample presentation slides with animation 1">
        <a:dk1>
          <a:srgbClr val="1A1A70"/>
        </a:dk1>
        <a:lt1>
          <a:srgbClr val="FFFFFF"/>
        </a:lt1>
        <a:dk2>
          <a:srgbClr val="12449E"/>
        </a:dk2>
        <a:lt2>
          <a:srgbClr val="C0C0C0"/>
        </a:lt2>
        <a:accent1>
          <a:srgbClr val="3167D3"/>
        </a:accent1>
        <a:accent2>
          <a:srgbClr val="87A3E9"/>
        </a:accent2>
        <a:accent3>
          <a:srgbClr val="FFFFFF"/>
        </a:accent3>
        <a:accent4>
          <a:srgbClr val="14145F"/>
        </a:accent4>
        <a:accent5>
          <a:srgbClr val="ADB8E6"/>
        </a:accent5>
        <a:accent6>
          <a:srgbClr val="7A93D3"/>
        </a:accent6>
        <a:hlink>
          <a:srgbClr val="90B54D"/>
        </a:hlink>
        <a:folHlink>
          <a:srgbClr val="F6A23C"/>
        </a:folHlink>
      </a:clrScheme>
      <a:clrMap bg1="lt1" tx1="dk1" bg2="lt2" tx2="dk2" accent1="accent1" accent2="accent2" accent3="accent3" accent4="accent4" accent5="accent5" accent6="accent6" hlink="hlink" folHlink="folHlink"/>
    </a:extraClrScheme>
    <a:extraClrScheme>
      <a:clrScheme name="Sample presentation slides with animation 2">
        <a:dk1>
          <a:srgbClr val="0E5D92"/>
        </a:dk1>
        <a:lt1>
          <a:srgbClr val="FFFFFF"/>
        </a:lt1>
        <a:dk2>
          <a:srgbClr val="137C9D"/>
        </a:dk2>
        <a:lt2>
          <a:srgbClr val="C0C0C0"/>
        </a:lt2>
        <a:accent1>
          <a:srgbClr val="35AACF"/>
        </a:accent1>
        <a:accent2>
          <a:srgbClr val="75CDB2"/>
        </a:accent2>
        <a:accent3>
          <a:srgbClr val="FFFFFF"/>
        </a:accent3>
        <a:accent4>
          <a:srgbClr val="0A4E7C"/>
        </a:accent4>
        <a:accent5>
          <a:srgbClr val="AED2E4"/>
        </a:accent5>
        <a:accent6>
          <a:srgbClr val="69BAA1"/>
        </a:accent6>
        <a:hlink>
          <a:srgbClr val="E8C86E"/>
        </a:hlink>
        <a:folHlink>
          <a:srgbClr val="1E68D6"/>
        </a:folHlink>
      </a:clrScheme>
      <a:clrMap bg1="lt1" tx1="dk1" bg2="lt2" tx2="dk2" accent1="accent1" accent2="accent2" accent3="accent3" accent4="accent4" accent5="accent5" accent6="accent6" hlink="hlink" folHlink="folHlink"/>
    </a:extraClrScheme>
    <a:extraClrScheme>
      <a:clrScheme name="Sample presentation slides with animation 3">
        <a:dk1>
          <a:srgbClr val="164D60"/>
        </a:dk1>
        <a:lt1>
          <a:srgbClr val="FFFFFF"/>
        </a:lt1>
        <a:dk2>
          <a:srgbClr val="2A8486"/>
        </a:dk2>
        <a:lt2>
          <a:srgbClr val="C0C0C0"/>
        </a:lt2>
        <a:accent1>
          <a:srgbClr val="48BC77"/>
        </a:accent1>
        <a:accent2>
          <a:srgbClr val="ECCA4C"/>
        </a:accent2>
        <a:accent3>
          <a:srgbClr val="FFFFFF"/>
        </a:accent3>
        <a:accent4>
          <a:srgbClr val="114051"/>
        </a:accent4>
        <a:accent5>
          <a:srgbClr val="B1DABD"/>
        </a:accent5>
        <a:accent6>
          <a:srgbClr val="D6B744"/>
        </a:accent6>
        <a:hlink>
          <a:srgbClr val="3191E9"/>
        </a:hlink>
        <a:folHlink>
          <a:srgbClr val="E36943"/>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Sample presentation slides with animation">
  <a:themeElements>
    <a:clrScheme name="Sample presentation slides with animation 1">
      <a:dk1>
        <a:srgbClr val="1A1A70"/>
      </a:dk1>
      <a:lt1>
        <a:srgbClr val="FFFFFF"/>
      </a:lt1>
      <a:dk2>
        <a:srgbClr val="12449E"/>
      </a:dk2>
      <a:lt2>
        <a:srgbClr val="C0C0C0"/>
      </a:lt2>
      <a:accent1>
        <a:srgbClr val="3167D3"/>
      </a:accent1>
      <a:accent2>
        <a:srgbClr val="87A3E9"/>
      </a:accent2>
      <a:accent3>
        <a:srgbClr val="FFFFFF"/>
      </a:accent3>
      <a:accent4>
        <a:srgbClr val="14145F"/>
      </a:accent4>
      <a:accent5>
        <a:srgbClr val="ADB8E6"/>
      </a:accent5>
      <a:accent6>
        <a:srgbClr val="7A93D3"/>
      </a:accent6>
      <a:hlink>
        <a:srgbClr val="90B54D"/>
      </a:hlink>
      <a:folHlink>
        <a:srgbClr val="F6A23C"/>
      </a:folHlink>
    </a:clrScheme>
    <a:fontScheme name="Sample presentation slides with anim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Sample presentation slides with animation 1">
        <a:dk1>
          <a:srgbClr val="1A1A70"/>
        </a:dk1>
        <a:lt1>
          <a:srgbClr val="FFFFFF"/>
        </a:lt1>
        <a:dk2>
          <a:srgbClr val="12449E"/>
        </a:dk2>
        <a:lt2>
          <a:srgbClr val="C0C0C0"/>
        </a:lt2>
        <a:accent1>
          <a:srgbClr val="3167D3"/>
        </a:accent1>
        <a:accent2>
          <a:srgbClr val="87A3E9"/>
        </a:accent2>
        <a:accent3>
          <a:srgbClr val="FFFFFF"/>
        </a:accent3>
        <a:accent4>
          <a:srgbClr val="14145F"/>
        </a:accent4>
        <a:accent5>
          <a:srgbClr val="ADB8E6"/>
        </a:accent5>
        <a:accent6>
          <a:srgbClr val="7A93D3"/>
        </a:accent6>
        <a:hlink>
          <a:srgbClr val="90B54D"/>
        </a:hlink>
        <a:folHlink>
          <a:srgbClr val="F6A23C"/>
        </a:folHlink>
      </a:clrScheme>
      <a:clrMap bg1="lt1" tx1="dk1" bg2="lt2" tx2="dk2" accent1="accent1" accent2="accent2" accent3="accent3" accent4="accent4" accent5="accent5" accent6="accent6" hlink="hlink" folHlink="folHlink"/>
    </a:extraClrScheme>
    <a:extraClrScheme>
      <a:clrScheme name="Sample presentation slides with animation 2">
        <a:dk1>
          <a:srgbClr val="0E5D92"/>
        </a:dk1>
        <a:lt1>
          <a:srgbClr val="FFFFFF"/>
        </a:lt1>
        <a:dk2>
          <a:srgbClr val="137C9D"/>
        </a:dk2>
        <a:lt2>
          <a:srgbClr val="C0C0C0"/>
        </a:lt2>
        <a:accent1>
          <a:srgbClr val="35AACF"/>
        </a:accent1>
        <a:accent2>
          <a:srgbClr val="75CDB2"/>
        </a:accent2>
        <a:accent3>
          <a:srgbClr val="FFFFFF"/>
        </a:accent3>
        <a:accent4>
          <a:srgbClr val="0A4E7C"/>
        </a:accent4>
        <a:accent5>
          <a:srgbClr val="AED2E4"/>
        </a:accent5>
        <a:accent6>
          <a:srgbClr val="69BAA1"/>
        </a:accent6>
        <a:hlink>
          <a:srgbClr val="E8C86E"/>
        </a:hlink>
        <a:folHlink>
          <a:srgbClr val="1E68D6"/>
        </a:folHlink>
      </a:clrScheme>
      <a:clrMap bg1="lt1" tx1="dk1" bg2="lt2" tx2="dk2" accent1="accent1" accent2="accent2" accent3="accent3" accent4="accent4" accent5="accent5" accent6="accent6" hlink="hlink" folHlink="folHlink"/>
    </a:extraClrScheme>
    <a:extraClrScheme>
      <a:clrScheme name="Sample presentation slides with animation 3">
        <a:dk1>
          <a:srgbClr val="164D60"/>
        </a:dk1>
        <a:lt1>
          <a:srgbClr val="FFFFFF"/>
        </a:lt1>
        <a:dk2>
          <a:srgbClr val="2A8486"/>
        </a:dk2>
        <a:lt2>
          <a:srgbClr val="C0C0C0"/>
        </a:lt2>
        <a:accent1>
          <a:srgbClr val="48BC77"/>
        </a:accent1>
        <a:accent2>
          <a:srgbClr val="ECCA4C"/>
        </a:accent2>
        <a:accent3>
          <a:srgbClr val="FFFFFF"/>
        </a:accent3>
        <a:accent4>
          <a:srgbClr val="114051"/>
        </a:accent4>
        <a:accent5>
          <a:srgbClr val="B1DABD"/>
        </a:accent5>
        <a:accent6>
          <a:srgbClr val="D6B744"/>
        </a:accent6>
        <a:hlink>
          <a:srgbClr val="3191E9"/>
        </a:hlink>
        <a:folHlink>
          <a:srgbClr val="E36943"/>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自定义 134">
      <a:dk1>
        <a:srgbClr val="000000"/>
      </a:dk1>
      <a:lt1>
        <a:srgbClr val="FFFFFF"/>
      </a:lt1>
      <a:dk2>
        <a:srgbClr val="023172"/>
      </a:dk2>
      <a:lt2>
        <a:srgbClr val="F5F7FF"/>
      </a:lt2>
      <a:accent1>
        <a:srgbClr val="4292FE"/>
      </a:accent1>
      <a:accent2>
        <a:srgbClr val="FF7429"/>
      </a:accent2>
      <a:accent3>
        <a:srgbClr val="8830FE"/>
      </a:accent3>
      <a:accent4>
        <a:srgbClr val="17D594"/>
      </a:accent4>
      <a:accent5>
        <a:srgbClr val="F84949"/>
      </a:accent5>
      <a:accent6>
        <a:srgbClr val="FFC000"/>
      </a:accent6>
      <a:hlink>
        <a:srgbClr val="304FFE"/>
      </a:hlink>
      <a:folHlink>
        <a:srgbClr val="492067"/>
      </a:folHlink>
    </a:clrScheme>
    <a:fontScheme name="自定义 20">
      <a:majorFont>
        <a:latin typeface="Arial"/>
        <a:ea typeface="汉仪雅酷黑-95J"/>
        <a:cs typeface=""/>
      </a:majorFont>
      <a:minorFont>
        <a:latin typeface="Arial"/>
        <a:ea typeface="汉仪雅酷黑-65J"/>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Sample presentation slides with animation</Template>
  <TotalTime>0</TotalTime>
  <Words>13366</Words>
  <Application>WPS 演示</Application>
  <PresentationFormat>全屏显示(4:3)</PresentationFormat>
  <Paragraphs>441</Paragraphs>
  <Slides>42</Slides>
  <Notes>4</Notes>
  <HiddenSlides>0</HiddenSlides>
  <MMClips>0</MMClips>
  <ScaleCrop>false</ScaleCrop>
  <HeadingPairs>
    <vt:vector size="6" baseType="variant">
      <vt:variant>
        <vt:lpstr>已用的字体</vt:lpstr>
      </vt:variant>
      <vt:variant>
        <vt:i4>10</vt:i4>
      </vt:variant>
      <vt:variant>
        <vt:lpstr>主题</vt:lpstr>
      </vt:variant>
      <vt:variant>
        <vt:i4>3</vt:i4>
      </vt:variant>
      <vt:variant>
        <vt:lpstr>幻灯片标题</vt:lpstr>
      </vt:variant>
      <vt:variant>
        <vt:i4>42</vt:i4>
      </vt:variant>
    </vt:vector>
  </HeadingPairs>
  <TitlesOfParts>
    <vt:vector size="55" baseType="lpstr">
      <vt:lpstr>Arial</vt:lpstr>
      <vt:lpstr>宋体</vt:lpstr>
      <vt:lpstr>Wingdings</vt:lpstr>
      <vt:lpstr>Wingdings 2</vt:lpstr>
      <vt:lpstr>汉仪雅酷黑-95J</vt:lpstr>
      <vt:lpstr>微软雅黑</vt:lpstr>
      <vt:lpstr>Open Sans</vt:lpstr>
      <vt:lpstr>FFont-Family</vt:lpstr>
      <vt:lpstr>Arial Unicode MS</vt:lpstr>
      <vt:lpstr>Wingdings</vt:lpstr>
      <vt:lpstr>Sample presentation slides with animation</vt:lpstr>
      <vt:lpstr>1_Sample presentation slides with animation</vt:lpstr>
      <vt:lpstr>Office 主题​​</vt:lpstr>
      <vt:lpstr>PowerPoint 演示文稿</vt:lpstr>
      <vt:lpstr>International Letter Exchanges</vt:lpstr>
      <vt:lpstr>Unit 2 International Letter Exchanges</vt:lpstr>
      <vt:lpstr>Task 1. Letters of Invitation </vt:lpstr>
      <vt:lpstr>PowerPoint 演示文稿</vt:lpstr>
      <vt:lpstr>PowerPoint 演示文稿</vt:lpstr>
      <vt:lpstr>Letters of Invitation </vt:lpstr>
      <vt:lpstr>PowerPoint 演示文稿</vt:lpstr>
      <vt:lpstr>Content </vt:lpstr>
      <vt:lpstr>Vocabulary </vt:lpstr>
      <vt:lpstr>Sample Demonstration </vt:lpstr>
      <vt:lpstr>Learning Aids</vt:lpstr>
      <vt:lpstr>Learning Aids</vt:lpstr>
      <vt:lpstr>Learning Aids</vt:lpstr>
      <vt:lpstr>Learning Aids</vt:lpstr>
      <vt:lpstr>Learning Aids</vt:lpstr>
      <vt:lpstr>Learning Aids</vt:lpstr>
      <vt:lpstr>Learning Aids</vt:lpstr>
      <vt:lpstr>Learning Aids</vt:lpstr>
      <vt:lpstr>Learning Aids</vt:lpstr>
      <vt:lpstr>Learning Aids</vt:lpstr>
      <vt:lpstr>Learning Aids</vt:lpstr>
      <vt:lpstr>Learning Aids</vt:lpstr>
      <vt:lpstr>Learning Aids</vt:lpstr>
      <vt:lpstr>Learning Aids</vt:lpstr>
      <vt:lpstr>PowerPoint 演示文稿</vt:lpstr>
      <vt:lpstr>Vocabulary </vt:lpstr>
      <vt:lpstr>Sample Demonstration: Acceptance</vt:lpstr>
      <vt:lpstr>Sample Demonstration: Refusal  </vt:lpstr>
      <vt:lpstr>Tips for Letter Writing </vt:lpstr>
      <vt:lpstr>Learning Aids</vt:lpstr>
      <vt:lpstr>Learning Aids</vt:lpstr>
      <vt:lpstr>Learning Aids</vt:lpstr>
      <vt:lpstr>PowerPoint 演示文稿</vt:lpstr>
      <vt:lpstr>Vocabulary </vt:lpstr>
      <vt:lpstr>Sample: Enquiring about Details </vt:lpstr>
      <vt:lpstr>Learning Aids</vt:lpstr>
      <vt:lpstr>Learning Aids</vt:lpstr>
      <vt:lpstr>PowerPoint 演示文稿</vt:lpstr>
      <vt:lpstr>Application for Academic Exchange </vt:lpstr>
      <vt:lpstr>PowerPoint 演示文稿</vt:lpstr>
      <vt:lpstr>Learning Aids</vt:lpstr>
    </vt:vector>
  </TitlesOfParts>
  <Company>MC SYSTEM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Click to add title</dc:title>
  <dc:creator>luobo</dc:creator>
  <cp:lastModifiedBy>孔莉</cp:lastModifiedBy>
  <cp:revision>73</cp:revision>
  <dcterms:created xsi:type="dcterms:W3CDTF">2009-04-14T06:04:00Z</dcterms:created>
  <dcterms:modified xsi:type="dcterms:W3CDTF">2026-07-09T03:22:21Z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TC011367991033</vt:lpwstr>
  </property>
  <property fmtid="{D5CDD505-2E9C-101B-9397-08002B2CF9AE}" pid="3" name="ICV">
    <vt:lpwstr>FA9296A575ED4616BC0183AEB1862828_12</vt:lpwstr>
  </property>
  <property fmtid="{D5CDD505-2E9C-101B-9397-08002B2CF9AE}" pid="4" name="KSOProductBuildVer">
    <vt:lpwstr>2052-12.1.0.23122</vt:lpwstr>
  </property>
</Properties>
</file>